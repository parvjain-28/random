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  <p:sldMasterId id="2147483703" r:id="rId5"/>
    <p:sldMasterId id="2147483674" r:id="rId6"/>
    <p:sldMasterId id="2147483684" r:id="rId7"/>
    <p:sldMasterId id="2147483687" r:id="rId8"/>
    <p:sldMasterId id="2147483690" r:id="rId9"/>
  </p:sldMasterIdLst>
  <p:notesMasterIdLst>
    <p:notesMasterId r:id="rId24"/>
  </p:notesMasterIdLst>
  <p:sldIdLst>
    <p:sldId id="2147483094" r:id="rId10"/>
    <p:sldId id="2147483087" r:id="rId11"/>
    <p:sldId id="2147483088" r:id="rId12"/>
    <p:sldId id="2147483082" r:id="rId13"/>
    <p:sldId id="2147483035" r:id="rId14"/>
    <p:sldId id="2147483077" r:id="rId15"/>
    <p:sldId id="2147483078" r:id="rId16"/>
    <p:sldId id="2147483079" r:id="rId17"/>
    <p:sldId id="261" r:id="rId18"/>
    <p:sldId id="264" r:id="rId19"/>
    <p:sldId id="265" r:id="rId20"/>
    <p:sldId id="2147483044" r:id="rId21"/>
    <p:sldId id="2147483093" r:id="rId22"/>
    <p:sldId id="2147483091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50618-2C89-23BD-10C8-2BF1562231BF}" name="Mridula Narang" initials="MN" userId="S::1062888@tcs.com::060afb1b-3ad6-414e-b1f8-8000f2fe14bc" providerId="AD"/>
  <p188:author id="{83C4EA34-5549-B226-425C-2481FE9F0B7F}" name="Mridula Narang" initials="MN" userId="S::1062888@TCS.com::060afb1b-3ad6-414e-b1f8-8000f2fe14bc" providerId="AD"/>
  <p188:author id="{FBFD174F-137B-1D1D-508A-907C02ED15B6}" name="Kapil Krishnan" initials="KK" userId="S::571206@TCS.com::f34fbc68-f4bd-41fd-a210-a6e9abee1cae" providerId="AD"/>
  <p188:author id="{553BB4AA-C33A-9AD6-C3B4-B772B8E8C49C}" name="Manasi Phadnis" initials="MP" userId="S::3209455@tcs.com::a7a52a20-4a4a-47e3-b375-de672274ce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Lamba" userId="295c4996-62b4-4e37-9208-d5c25b98b231" providerId="ADAL" clId="{06F73611-F891-474E-8256-B16BE158DAE4}"/>
    <pc:docChg chg="modSld">
      <pc:chgData name="Nidhi Lamba" userId="295c4996-62b4-4e37-9208-d5c25b98b231" providerId="ADAL" clId="{06F73611-F891-474E-8256-B16BE158DAE4}" dt="2026-07-02T12:48:57.909" v="6" actId="20577"/>
      <pc:docMkLst>
        <pc:docMk/>
      </pc:docMkLst>
      <pc:sldChg chg="modSp mod">
        <pc:chgData name="Nidhi Lamba" userId="295c4996-62b4-4e37-9208-d5c25b98b231" providerId="ADAL" clId="{06F73611-F891-474E-8256-B16BE158DAE4}" dt="2026-07-02T12:48:57.909" v="6" actId="20577"/>
        <pc:sldMkLst>
          <pc:docMk/>
          <pc:sldMk cId="50864273" sldId="2147483093"/>
        </pc:sldMkLst>
        <pc:graphicFrameChg chg="mod modGraphic">
          <ac:chgData name="Nidhi Lamba" userId="295c4996-62b4-4e37-9208-d5c25b98b231" providerId="ADAL" clId="{06F73611-F891-474E-8256-B16BE158DAE4}" dt="2026-07-02T12:48:57.909" v="6" actId="20577"/>
          <ac:graphicFrameMkLst>
            <pc:docMk/>
            <pc:sldMk cId="50864273" sldId="2147483093"/>
            <ac:graphicFrameMk id="13" creationId="{17C727CD-CE5B-2E3C-B525-3D294C5432B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8BA4C-FDA6-499E-B919-6B2B6145026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3243D-C519-40A3-BFB6-2910491B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7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3EE4-672B-E315-FFBF-6488A088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F9CC-1329-691C-28EA-A118BEED5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CD23E-B716-5265-6655-C849B0842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" b="1"/>
              <a:t>Changing an icon: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/>
              <a:t>Select the new icon from the icon set 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/>
              <a:t>available at the end of this presentation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/>
              <a:t>Copy and paste it wherever needed directly </a:t>
            </a:r>
          </a:p>
          <a:p>
            <a:r>
              <a:rPr lang="en-US" sz="600"/>
              <a:t>      (no need to save) 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/>
              <a:t>To change the outline color of the icon, </a:t>
            </a:r>
          </a:p>
          <a:p>
            <a:r>
              <a:rPr lang="en-US" sz="600"/>
              <a:t>      select the icon and select “Outline - Black/White/Blue".</a:t>
            </a:r>
            <a:r>
              <a:rPr lang="en-US" sz="800"/>
              <a:t>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F87A8-F752-FDED-8896-844C4935B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60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FD4B-6CD3-70DA-1FE6-950DB78A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B79C2-F19E-6FAB-7A14-3F3589255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7B417-0C00-7228-2F97-854405D97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" b="1">
                <a:solidFill>
                  <a:schemeClr val="bg1"/>
                </a:solidFill>
              </a:rPr>
              <a:t>Changing image: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bg1"/>
                </a:solidFill>
              </a:rPr>
              <a:t>Select image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bg1"/>
                </a:solidFill>
              </a:rPr>
              <a:t>Right click, select “Change picture”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bg1"/>
                </a:solidFill>
              </a:rPr>
              <a:t>Select “This device” or any other source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bg1"/>
                </a:solidFill>
              </a:rPr>
              <a:t>Select the image for replacement</a:t>
            </a:r>
          </a:p>
          <a:p>
            <a:pPr marL="88965" indent="-88965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bg1"/>
                </a:solidFill>
              </a:rPr>
              <a:t>Right click and select “send to back” option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062B2-BE6C-F443-9A16-D40D968B1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0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243D-C519-40A3-BFB6-2910491BE9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1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D8D229-C7B4-D455-F676-4DEC87A6C4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EDB942-262C-DAC0-7688-C6BDA7C8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9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62353-E2D0-4C7B-A21E-38012F9A3F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0BE3E-32D7-C51D-6338-9CB84C4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48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3AD627-0C96-BD49-6A42-DB64ACC7B8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5343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12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62353-E2D0-4C7B-A21E-38012F9A3F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33"/>
            <a:r>
              <a:rPr lang="en-US"/>
              <a:t>TCS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0BE3E-32D7-C51D-6338-9CB84C4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474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D8D229-C7B4-D455-F676-4DEC87A6C4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EDB942-262C-DAC0-7688-C6BDA7C8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423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62353-E2D0-4C7B-A21E-38012F9A3F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0BE3E-32D7-C51D-6338-9CB84C4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673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3AD627-0C96-BD49-6A42-DB64ACC7B8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5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680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0FBAEB-75C4-77BD-5419-E7D8A7DC543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F2822A-7792-6C71-160E-639378D1E428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F8FA334C-9E71-ADC2-FFA7-01D033768DD4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AAED6D-7CBD-B068-B046-B3DD7A21A7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6EB74A-00CD-695B-AEA0-1443B3E2DF57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410C9176-1AD8-A2AB-D3BF-9189FF20E84E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1F8B051-FE45-69D2-C62E-32980CF6BC11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2E23AF5-F773-906A-C89F-19573600B6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C62FB20-34BC-78E0-E4F4-9DA6E0CFC9D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2570EE2D-3A65-6188-D791-704FFE3FF4CF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977CD8-391E-C32D-88DC-2CFC84975AC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D5E44D3-F129-246C-641E-F1C80841F74A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ECB8457-E4CC-C9D4-27F0-43E0E48A91C7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2ABB3DA-58BF-5A91-2566-E3D5291B7E0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227D585-A59A-9518-BB2C-801E62E90E3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72FD284-387C-5288-2174-7C14634B5B5A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A5653B7-E6CD-B8D7-1EAB-93B4412293F2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5378740-B4A6-8B2D-F2A2-E356CCC6F9F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D497C07-9715-8560-CBE5-961E9887ACA6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B6E7AB9-FEB9-581F-1BF9-0387E6723649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72FC62B-E036-B606-96DD-60BD3CC20553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EA767F3-C1A8-68DB-D889-E907086EA6BB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7D4F2A-9490-5517-5E86-AA94D5497A6F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2D6FFEA-F2A8-737A-112A-7609A9A57043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C703AE0-71E3-9D45-4510-03B5A98783C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75ADADE-CC17-8546-2462-848F91E60DC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B5CA8A9-8D1C-6DC4-A8BB-D25C19E6CAC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0D9E64A-FE1C-F590-F821-734466A76A30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C6D082C-3140-3A39-CC41-9FE71FFFB60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A3DF53A1-73C1-0D43-22FA-A3EA05CE0A86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B758C9B-3E5E-1985-2E73-72DF3C7B1E1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B647EDF-3207-2E63-F2FE-8D715A119C5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854DFCB-9AC5-CE9B-3A4A-A566A428D66E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69A03F-E307-77C2-CEA7-01B897EC886E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F4399F9-A76E-4086-9675-07EEB39138B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E89D94-7935-B81B-A689-AB992D758F94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CB17D0-8395-9A47-EB9E-4330F2B4E946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2" name="Graphic 41">
            <a:extLst>
              <a:ext uri="{FF2B5EF4-FFF2-40B4-BE49-F238E27FC236}">
                <a16:creationId xmlns:a16="http://schemas.microsoft.com/office/drawing/2014/main" id="{B5257D10-7A7F-6F94-753B-D3E859A60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gradFill>
          <a:gsLst>
            <a:gs pos="0">
              <a:srgbClr val="000000"/>
            </a:gs>
            <a:gs pos="100000">
              <a:schemeClr val="tx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CB13AC-B28F-2DD7-259A-C664A85DBB1A}"/>
              </a:ext>
            </a:extLst>
          </p:cNvPr>
          <p:cNvSpPr/>
          <p:nvPr userDrawn="1"/>
        </p:nvSpPr>
        <p:spPr>
          <a:xfrm>
            <a:off x="0" y="-11430"/>
            <a:ext cx="9144000" cy="5166360"/>
          </a:xfrm>
          <a:prstGeom prst="rect">
            <a:avLst/>
          </a:prstGeom>
          <a:gradFill flip="none" rotWithShape="1">
            <a:gsLst>
              <a:gs pos="0">
                <a:srgbClr val="4E84C4"/>
              </a:gs>
              <a:gs pos="95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0FBAEB-75C4-77BD-5419-E7D8A7DC543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F2822A-7792-6C71-160E-639378D1E428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F8FA334C-9E71-ADC2-FFA7-01D033768DD4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AAED6D-7CBD-B068-B046-B3DD7A21A7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6EB74A-00CD-695B-AEA0-1443B3E2DF57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410C9176-1AD8-A2AB-D3BF-9189FF20E84E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1F8B051-FE45-69D2-C62E-32980CF6BC11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2E23AF5-F773-906A-C89F-19573600B6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C62FB20-34BC-78E0-E4F4-9DA6E0CFC9D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2570EE2D-3A65-6188-D791-704FFE3FF4CF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977CD8-391E-C32D-88DC-2CFC84975AC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D5E44D3-F129-246C-641E-F1C80841F74A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ECB8457-E4CC-C9D4-27F0-43E0E48A91C7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2ABB3DA-58BF-5A91-2566-E3D5291B7E0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227D585-A59A-9518-BB2C-801E62E90E3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72FD284-387C-5288-2174-7C14634B5B5A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A5653B7-E6CD-B8D7-1EAB-93B4412293F2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5378740-B4A6-8B2D-F2A2-E356CCC6F9F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D497C07-9715-8560-CBE5-961E9887ACA6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B6E7AB9-FEB9-581F-1BF9-0387E6723649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72FC62B-E036-B606-96DD-60BD3CC20553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EA767F3-C1A8-68DB-D889-E907086EA6BB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7D4F2A-9490-5517-5E86-AA94D5497A6F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2D6FFEA-F2A8-737A-112A-7609A9A57043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C703AE0-71E3-9D45-4510-03B5A98783C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75ADADE-CC17-8546-2462-848F91E60DC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B5CA8A9-8D1C-6DC4-A8BB-D25C19E6CAC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0D9E64A-FE1C-F590-F821-734466A76A30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C6D082C-3140-3A39-CC41-9FE71FFFB60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A3DF53A1-73C1-0D43-22FA-A3EA05CE0A86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B758C9B-3E5E-1985-2E73-72DF3C7B1E1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B647EDF-3207-2E63-F2FE-8D715A119C5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854DFCB-9AC5-CE9B-3A4A-A566A428D66E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69A03F-E307-77C2-CEA7-01B897EC886E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F4399F9-A76E-4086-9675-07EEB39138B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E89D94-7935-B81B-A689-AB992D758F94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CB17D0-8395-9A47-EB9E-4330F2B4E946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A30F9311-EBB8-A343-9086-8BA6FFD727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_Black with full wave_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8E4E07D-997E-B568-6AE6-895B7AC5ED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4C9F2B-AA1E-F0DB-19C2-313D3586118D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ECF215-ED7A-F63D-13B9-A404221E54B4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22" name="Graphic 8">
                <a:extLst>
                  <a:ext uri="{FF2B5EF4-FFF2-40B4-BE49-F238E27FC236}">
                    <a16:creationId xmlns:a16="http://schemas.microsoft.com/office/drawing/2014/main" id="{F62B31B7-41B5-ED61-8DD5-78686BC0002B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CB83C32-8B19-0E48-F544-79AE8AE6DE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5ED9827-E636-39A7-1838-D5C73003F00D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" name="Graphic 8">
                <a:extLst>
                  <a:ext uri="{FF2B5EF4-FFF2-40B4-BE49-F238E27FC236}">
                    <a16:creationId xmlns:a16="http://schemas.microsoft.com/office/drawing/2014/main" id="{F3EC113F-91C5-117E-63E1-55362567E3DA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6764517-382E-B465-ED24-A6A9AE45100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138D5EC-BE85-10E8-0700-B19654F9D5BF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5CAE345-476E-EF66-7F21-2462D7A45BC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28C4B26-03FB-94EF-19AD-309B234B24F5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7065AF1-D9F8-9DEC-89E2-88A08F330285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AE1ECE7-91F8-06E1-09E3-5D0119B5715D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59121FD-8AAC-E938-EFC4-8069594472D5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72A9217-B8E4-88CB-DF21-E7D73AFD0EB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0F9B27A-634E-1321-2688-F2363058D6D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54FB249-EFCA-46C0-C911-A91FC3FF25C6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3D7AFA8-DE20-5630-3BB0-10B093A6CB34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A136ECE-8EE2-E0E0-CAB8-2D196A530503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18431D4-9B1D-B719-BD9E-0B669744A42E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75C3961-85A8-A367-CB00-7D3C37F0A0C0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5A64C4C-D98A-20E4-264D-0D6A6FB174A1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AB68A03-652E-1163-21A3-759F36C8553E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EB9CC3F-EDBE-96BC-2605-5DAD7A118F6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7689AB8-90EA-6AFD-EEE7-DC6F0416541E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ABFD5E45-9BAD-F25B-89BF-263F193E406C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004F9822-5EE8-BB07-1953-BC4538B08F4A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6C90182-0BA3-6457-6688-E97E2B59B264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972E437-0CE1-4851-C873-C183DAF6D4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2B1C1646-A7D5-36A1-3422-071D3E30AEE0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aphic 8">
              <a:extLst>
                <a:ext uri="{FF2B5EF4-FFF2-40B4-BE49-F238E27FC236}">
                  <a16:creationId xmlns:a16="http://schemas.microsoft.com/office/drawing/2014/main" id="{75FCD651-863C-D4C6-9818-6D2091BA62EB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D487052-05DA-F01B-887A-C6F430EE240E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B3118AB-65F5-21EC-3463-6D7B17E7A29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7F9B534-8E46-FFF9-00F3-C5FB052F3DEB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08026BF-F7AC-43CE-A511-6E488BEDE114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D8C07E7-7320-CC4C-3F35-C717D722F6A1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907FFF2-49FA-293D-5ED7-337F050FD2FB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4885E1D-0765-D3A9-23F2-90E0FA0BFE12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6632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ith Medium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A9AFE34-A521-02E5-C3FD-3A06F355D4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tx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487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ith Medium wave">
    <p:bg>
      <p:bgPr>
        <a:gradFill flip="none" rotWithShape="1">
          <a:gsLst>
            <a:gs pos="35000">
              <a:srgbClr val="142233"/>
            </a:gs>
            <a:gs pos="0">
              <a:schemeClr val="tx1"/>
            </a:gs>
            <a:gs pos="100000">
              <a:srgbClr val="4E84C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A9AFE34-A521-02E5-C3FD-3A06F355D4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7865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_Black with full wave_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  <a:cs typeface="+mj-cs"/>
              </a:defRPr>
            </a:lvl1pPr>
          </a:lstStyle>
          <a:p>
            <a:pPr marL="5776" lvl="0" defTabSz="91431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4C9F2B-AA1E-F0DB-19C2-313D3586118D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ECF215-ED7A-F63D-13B9-A404221E54B4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22" name="Graphic 8">
                <a:extLst>
                  <a:ext uri="{FF2B5EF4-FFF2-40B4-BE49-F238E27FC236}">
                    <a16:creationId xmlns:a16="http://schemas.microsoft.com/office/drawing/2014/main" id="{F62B31B7-41B5-ED61-8DD5-78686BC0002B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CB83C32-8B19-0E48-F544-79AE8AE6DE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5ED9827-E636-39A7-1838-D5C73003F00D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" name="Graphic 8">
                <a:extLst>
                  <a:ext uri="{FF2B5EF4-FFF2-40B4-BE49-F238E27FC236}">
                    <a16:creationId xmlns:a16="http://schemas.microsoft.com/office/drawing/2014/main" id="{F3EC113F-91C5-117E-63E1-55362567E3DA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6764517-382E-B465-ED24-A6A9AE45100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138D5EC-BE85-10E8-0700-B19654F9D5BF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5CAE345-476E-EF66-7F21-2462D7A45BC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28C4B26-03FB-94EF-19AD-309B234B24F5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7065AF1-D9F8-9DEC-89E2-88A08F330285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AE1ECE7-91F8-06E1-09E3-5D0119B5715D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59121FD-8AAC-E938-EFC4-8069594472D5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72A9217-B8E4-88CB-DF21-E7D73AFD0EB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0F9B27A-634E-1321-2688-F2363058D6D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54FB249-EFCA-46C0-C911-A91FC3FF25C6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3D7AFA8-DE20-5630-3BB0-10B093A6CB34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A136ECE-8EE2-E0E0-CAB8-2D196A530503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18431D4-9B1D-B719-BD9E-0B669744A42E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75C3961-85A8-A367-CB00-7D3C37F0A0C0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5A64C4C-D98A-20E4-264D-0D6A6FB174A1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AB68A03-652E-1163-21A3-759F36C8553E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EB9CC3F-EDBE-96BC-2605-5DAD7A118F6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7689AB8-90EA-6AFD-EEE7-DC6F0416541E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ABFD5E45-9BAD-F25B-89BF-263F193E406C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004F9822-5EE8-BB07-1953-BC4538B08F4A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6C90182-0BA3-6457-6688-E97E2B59B264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972E437-0CE1-4851-C873-C183DAF6D4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2B1C1646-A7D5-36A1-3422-071D3E30AEE0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aphic 8">
              <a:extLst>
                <a:ext uri="{FF2B5EF4-FFF2-40B4-BE49-F238E27FC236}">
                  <a16:creationId xmlns:a16="http://schemas.microsoft.com/office/drawing/2014/main" id="{75FCD651-863C-D4C6-9818-6D2091BA62EB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D487052-05DA-F01B-887A-C6F430EE240E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B3118AB-65F5-21EC-3463-6D7B17E7A29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7F9B534-8E46-FFF9-00F3-C5FB052F3DEB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08026BF-F7AC-43CE-A511-6E488BEDE114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D8C07E7-7320-CC4C-3F35-C717D722F6A1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907FFF2-49FA-293D-5ED7-337F050FD2FB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4885E1D-0765-D3A9-23F2-90E0FA0BFE12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EB5B4FBF-CB67-3CAD-F3F2-4058DD787A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8" y="128"/>
            <a:ext cx="9143543" cy="514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5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ith Medium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US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pPr marL="5776" lvl="0" defTabSz="91431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tx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4A17F92D-EA49-67C5-1772-6F7AEE2E17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8" y="128"/>
            <a:ext cx="9143543" cy="514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48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ith Medium wave">
    <p:bg>
      <p:bgPr>
        <a:gradFill flip="none" rotWithShape="1">
          <a:gsLst>
            <a:gs pos="35000">
              <a:srgbClr val="142233"/>
            </a:gs>
            <a:gs pos="0">
              <a:schemeClr val="tx1"/>
            </a:gs>
            <a:gs pos="100000">
              <a:srgbClr val="4E84C4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US">
                <a:solidFill>
                  <a:schemeClr val="bg1"/>
                </a:solidFill>
                <a:latin typeface="+mj-lt"/>
                <a:cs typeface="+mj-cs"/>
              </a:defRPr>
            </a:lvl1pPr>
          </a:lstStyle>
          <a:p>
            <a:pPr marL="5776" lvl="0" defTabSz="91431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4A17F92D-EA49-67C5-1772-6F7AEE2E17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8" y="128"/>
            <a:ext cx="9143543" cy="514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20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3F5E46-0106-F6A3-64BD-4FA139A479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4580" y="884789"/>
            <a:ext cx="3769359" cy="377235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4708F-FBAB-85A9-77CA-44C0F5E868A9}"/>
              </a:ext>
            </a:extLst>
          </p:cNvPr>
          <p:cNvSpPr/>
          <p:nvPr userDrawn="1"/>
        </p:nvSpPr>
        <p:spPr>
          <a:xfrm>
            <a:off x="0" y="0"/>
            <a:ext cx="354330" cy="6438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20DF3F-2024-46F8-1842-359BB2F59C27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CDFADEF-617E-8463-7298-478D54D29D07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9328878E-565E-36F5-D692-AEACCA80F7BC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CA5B1B0-69FE-BA81-35FD-ACA652634603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71270AF3-A2C9-692D-F4CE-FE916B9090D3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66C9D5CE-F263-1F1F-5F76-A680B0E26607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5B06149-7354-C5EF-5846-957CAEC1CC25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01FFA22-B093-6CCD-A72D-9E895850F564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DACB0AF-38DF-A74E-8C2A-17533032BA33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C2C6CDD-8F96-0423-D7D0-7D34FDF0FDCA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BFA87A1-3E8A-BA16-982B-2220D6D8D1FD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1D0DA53-D896-6ECD-ACC3-D2E0208DD6C4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9921C3CA-4C4A-9FF6-0180-4F6F4B98113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2AC5986-9012-60B5-2BCE-BC1A0DE102DD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68C7F13-015E-11FD-79F7-A842F16BC04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81F5719-225A-AFCE-C72E-4D8A62F2BBFE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327B37B-1A1E-32F3-5525-2F635051BA9E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A4AEE43-3EC4-F690-5C50-6C08441E04AA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A311164F-90E1-3DC4-5B88-641A7A70D8DA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0E199C59-6936-191A-557F-B7D6331538DF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80CE232-7383-95BE-3953-878AF3D6789F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5D75E38-8326-6178-27EE-9B764C023176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1679A9A6-FF9A-5398-EA8D-1085C227907A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83A0624-537E-EBAE-309D-CAA7F70CAFF6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A09BB031-A2C7-D05B-73DA-2B08FAAD12E0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78EAF6D2-7517-14C7-3E6D-8EF581A5B794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0AF7256-DA55-25A0-D146-D4B3B1C39A17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AA3F354-5772-E3FD-D6E7-A6B4B11C705E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BC5D070-8557-C08C-93A4-089BB5D02F82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CE5BD017-3AC6-1515-FA1F-0E041D4B138F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5CDB3F6-BFA8-F10C-2206-D3A57A9AF2DA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D5B4F87-6E22-4DED-B630-C2420D95FAD5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F73CDCA-52CC-6330-B9FF-C9F295B53A4D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FCAEB0F-443E-5D40-F607-5E211421551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5B710F4-19EC-BCD6-A67E-4446B1B3B817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CA6E38E-CF0B-9F3D-5448-2C562EC9B90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C99882-FE9E-C8F0-C4CB-A2B82C1CFE99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72E48B6A-5719-A4F5-967A-B7A119483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120" y="1428750"/>
            <a:ext cx="398906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dirty="0" smtClean="0">
                <a:cs typeface="Calibri"/>
              </a:defRPr>
            </a:lvl1pPr>
            <a:lvl2pPr>
              <a:defRPr lang="en-US" sz="818" dirty="0" smtClean="0">
                <a:solidFill>
                  <a:schemeClr val="tx1"/>
                </a:solidFill>
              </a:defRPr>
            </a:lvl2pPr>
            <a:lvl3pPr>
              <a:defRPr lang="en-US" sz="818" dirty="0" smtClean="0">
                <a:solidFill>
                  <a:schemeClr val="tx1"/>
                </a:solidFill>
              </a:defRPr>
            </a:lvl3pPr>
            <a:lvl4pPr>
              <a:defRPr lang="en-US" sz="818" dirty="0" smtClean="0">
                <a:solidFill>
                  <a:schemeClr val="tx1"/>
                </a:solidFill>
              </a:defRPr>
            </a:lvl4pPr>
            <a:lvl5pPr>
              <a:defRPr lang="en-US" sz="818" dirty="0">
                <a:solidFill>
                  <a:schemeClr val="tx1"/>
                </a:solidFill>
              </a:defRPr>
            </a:lvl5pPr>
          </a:lstStyle>
          <a:p>
            <a:pPr marL="0" marR="2310" lvl="0" defTabSz="415525">
              <a:spcBef>
                <a:spcPts val="120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867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3F5E46-0106-F6A3-64BD-4FA139A479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4580" y="884789"/>
            <a:ext cx="3769359" cy="377235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40D7DC1-95EA-0B6A-0ACF-B0A2CB5AAE5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tx1"/>
          </a:solidFill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D6B3254-9C7B-CBEE-BCFF-64CD39708D39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88" name="Graphic 8">
                <a:extLst>
                  <a:ext uri="{FF2B5EF4-FFF2-40B4-BE49-F238E27FC236}">
                    <a16:creationId xmlns:a16="http://schemas.microsoft.com/office/drawing/2014/main" id="{627426C5-1235-7F28-F825-CF5DA0EF9E8E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EBF02D95-C4EF-D897-9735-E00649E7D18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2B0449C0-6DEB-3178-1FFA-6DCA690934C2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aphic 8">
                <a:extLst>
                  <a:ext uri="{FF2B5EF4-FFF2-40B4-BE49-F238E27FC236}">
                    <a16:creationId xmlns:a16="http://schemas.microsoft.com/office/drawing/2014/main" id="{16E2A2A9-3BE7-F109-A4DD-A0E1300E826A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02FDE846-4B87-9530-BF1E-0A9BB4AC47CF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32BE4632-1E44-2A31-F8E6-422F1F40169E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76D1EB1D-5DBC-4C37-397E-B113E89FA4C3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1F6AFA81-A4DF-2257-6DBC-8605E19F4795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C335623-DB6A-AE81-756D-7B291DC57007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503ECB28-350C-1402-04B2-7BA5E81770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68F1EA4-66EF-220D-3ED3-3FCE88877EE6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608A482F-2991-3F91-9C26-3438FE7B7C3A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50D772B9-3551-EBBB-D440-087286679E92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44E49030-C2D0-149F-0D98-96E61CFC2766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62E523F1-71CC-141A-7D55-97D54021F2A3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0279CF07-8F68-5188-151D-20CAA7BFD456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C3E8F44B-8A87-2A04-AD6D-1034D6D725C8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9357D15D-10D7-57CD-2588-3A0C136CB4D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7E15DB8-DDA6-03FD-9F5B-CF6C0D1F71E0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AA126930-B6F4-D955-72DF-34E7C3CB6D7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2CC73032-3E90-DE02-5896-3FDC7D640FC8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C65E0B0C-BAE8-46B9-318D-7BF5B5F05BBC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B1BE733D-5645-9846-C4B5-919F7E5A49B1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AA3C37E1-7FE0-16CD-CCD5-A68E43ACF098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5C2F4071-CC9B-A0F0-3FB0-DF508C6917D0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B34E4139-9B2B-FFE6-5694-8A5553847B4A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5EBA6382-85CE-105C-B33E-CD876BF81119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0" name="Graphic 8">
              <a:extLst>
                <a:ext uri="{FF2B5EF4-FFF2-40B4-BE49-F238E27FC236}">
                  <a16:creationId xmlns:a16="http://schemas.microsoft.com/office/drawing/2014/main" id="{90101F9F-F9B0-F548-4D15-4F09E3593F43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91A6458-93A4-F2F6-57B1-17D5B27CEB6F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8D6B3FB-BCBD-3D14-7CA9-31024D51C961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3212518-8225-C45C-9708-EBB60603D8C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DB7B919-4D9D-4979-0DB1-6BD0A8A47BE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4C0A227-570B-F33D-3D4E-B6D57B672B81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82A1C60-4FA8-03A9-71EF-15157212738A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C7C9C57-D34F-406F-1B36-B909BB21C8A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BFF83-6937-1EE7-AAFB-333D362D99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120" y="1428750"/>
            <a:ext cx="398906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mtClean="0">
                <a:solidFill>
                  <a:schemeClr val="tx1"/>
                </a:solidFill>
                <a:cs typeface="Calibri"/>
              </a:defRPr>
            </a:lvl1pPr>
            <a:lvl2pPr>
              <a:defRPr lang="en-US" sz="818" smtClean="0">
                <a:solidFill>
                  <a:schemeClr val="tx1"/>
                </a:solidFill>
              </a:defRPr>
            </a:lvl2pPr>
            <a:lvl3pPr>
              <a:defRPr lang="en-US" sz="818" smtClean="0">
                <a:solidFill>
                  <a:schemeClr val="tx1"/>
                </a:solidFill>
              </a:defRPr>
            </a:lvl3pPr>
            <a:lvl4pPr>
              <a:defRPr lang="en-US" sz="818" smtClean="0">
                <a:solidFill>
                  <a:schemeClr val="tx1"/>
                </a:solidFill>
              </a:defRPr>
            </a:lvl4pPr>
            <a:lvl5pPr>
              <a:defRPr lang="en-US" sz="818">
                <a:solidFill>
                  <a:schemeClr val="tx1"/>
                </a:solidFill>
              </a:defRPr>
            </a:lvl5pPr>
          </a:lstStyle>
          <a:p>
            <a:pPr marL="0" marR="2310" lvl="0" defTabSz="415525">
              <a:spcBef>
                <a:spcPts val="120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4804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B9BDA3-8BF1-129E-3816-0EACE4BC419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7BDB2-CDE0-85DF-BE44-09758DF8C4FB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6B0B531-0D2A-5BB1-5FBE-3A6A0663FB48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C50FE5-087A-A8B7-36A6-226DA6B55B10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1F605A-DBB2-ADA8-B1EE-91A42D5E13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07AB6BE-0C83-9D75-DC9C-C04868AE449D}"/>
              </a:ext>
            </a:extLst>
          </p:cNvPr>
          <p:cNvSpPr/>
          <p:nvPr userDrawn="1"/>
        </p:nvSpPr>
        <p:spPr>
          <a:xfrm>
            <a:off x="733982" y="1371600"/>
            <a:ext cx="2910732" cy="2910732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0FA421C-748E-DD74-1D40-990AA6E113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3471" y="1421089"/>
            <a:ext cx="2811754" cy="2811754"/>
          </a:xfrm>
          <a:custGeom>
            <a:avLst/>
            <a:gdLst>
              <a:gd name="connsiteX0" fmla="*/ 1480220 w 2960440"/>
              <a:gd name="connsiteY0" fmla="*/ 0 h 2960440"/>
              <a:gd name="connsiteX1" fmla="*/ 2960440 w 2960440"/>
              <a:gd name="connsiteY1" fmla="*/ 1480220 h 2960440"/>
              <a:gd name="connsiteX2" fmla="*/ 1480220 w 2960440"/>
              <a:gd name="connsiteY2" fmla="*/ 2960440 h 2960440"/>
              <a:gd name="connsiteX3" fmla="*/ 0 w 2960440"/>
              <a:gd name="connsiteY3" fmla="*/ 1480220 h 2960440"/>
              <a:gd name="connsiteX4" fmla="*/ 1480220 w 2960440"/>
              <a:gd name="connsiteY4" fmla="*/ 0 h 2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0440" h="2960440">
                <a:moveTo>
                  <a:pt x="1480220" y="0"/>
                </a:moveTo>
                <a:cubicBezTo>
                  <a:pt x="2297723" y="0"/>
                  <a:pt x="2960440" y="662717"/>
                  <a:pt x="2960440" y="1480220"/>
                </a:cubicBezTo>
                <a:cubicBezTo>
                  <a:pt x="2960440" y="2297723"/>
                  <a:pt x="2297723" y="2960440"/>
                  <a:pt x="1480220" y="2960440"/>
                </a:cubicBezTo>
                <a:cubicBezTo>
                  <a:pt x="662717" y="2960440"/>
                  <a:pt x="0" y="2297723"/>
                  <a:pt x="0" y="1480220"/>
                </a:cubicBezTo>
                <a:cubicBezTo>
                  <a:pt x="0" y="662717"/>
                  <a:pt x="662717" y="0"/>
                  <a:pt x="14802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B4D9FC-FA7C-4152-8E54-ABFA83CB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1064545"/>
            <a:ext cx="5093972" cy="2123658"/>
          </a:xfrm>
          <a:noFill/>
        </p:spPr>
        <p:txBody>
          <a:bodyPr wrap="square">
            <a:spAutoFit/>
          </a:bodyPr>
          <a:lstStyle>
            <a:lvl1pPr>
              <a:defRPr lang="en-US" sz="1100" i="0" kern="1200" dirty="0"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defTabSz="415525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8828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1">
            <a:extLst>
              <a:ext uri="{FF2B5EF4-FFF2-40B4-BE49-F238E27FC236}">
                <a16:creationId xmlns:a16="http://schemas.microsoft.com/office/drawing/2014/main" id="{183483B5-6B16-0808-12E5-566DBE9E32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4C9EF8-06C8-3412-47E6-FF50BBB6A4DB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159EBC-2EE7-0120-EFA7-40D046A7B327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67323A-A54E-5D22-BA3F-3CCA4BAADBC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3EA4AA-80A4-8885-8F1B-8BD335BC4D7E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B80ACE-E470-1847-9A72-B2CC91A5603F}"/>
              </a:ext>
            </a:extLst>
          </p:cNvPr>
          <p:cNvGrpSpPr/>
          <p:nvPr userDrawn="1"/>
        </p:nvGrpSpPr>
        <p:grpSpPr>
          <a:xfrm>
            <a:off x="298499" y="4650645"/>
            <a:ext cx="8547003" cy="387958"/>
            <a:chOff x="285750" y="2645065"/>
            <a:chExt cx="8547003" cy="387958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FC44C6-C53A-EA39-BEBC-06D808D330DB}"/>
                </a:ext>
              </a:extLst>
            </p:cNvPr>
            <p:cNvGrpSpPr/>
            <p:nvPr userDrawn="1"/>
          </p:nvGrpSpPr>
          <p:grpSpPr>
            <a:xfrm>
              <a:off x="285750" y="2730500"/>
              <a:ext cx="1266904" cy="302523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60FAC316-9D5A-47D5-D74B-648091D12B43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518A68F0-2488-C047-24D8-66E68D55E008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95E5A06-E927-67D9-92B6-C3003B49A9AB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aphic 8">
                <a:extLst>
                  <a:ext uri="{FF2B5EF4-FFF2-40B4-BE49-F238E27FC236}">
                    <a16:creationId xmlns:a16="http://schemas.microsoft.com/office/drawing/2014/main" id="{CC2C02F9-8A90-5895-5D9B-FDE7CCC98AF2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1E35AEB-3D8B-4202-81D5-7AB7682073EE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D133AC1-4EA8-E88C-700B-C8F28338D64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188F4BB-197C-0B59-DB0E-9E1B073ADD9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EEB3207C-20E1-6EE3-3427-AF6F444C3B9A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CA8CE65-9BFD-F7C4-5FFD-CCED9E5F8A1E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5BE1198-D5E8-37B9-8F20-BD21E9EABBE3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DFB6BC58-C44B-EF0C-D1B0-495FD1E2B89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FF976EA-3B9E-5B59-FFEA-14B53DCEEEF4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73262D40-4A76-B85E-6275-EDFF4A4E0D6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54F3FC-B496-55FF-225A-70233677857B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7B4C68AC-8086-747E-0C27-066341B9469E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85BD0A4-BB74-E6E8-D10B-EA593EC79D0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46CC8A8-C0AC-6357-5092-8DDD6197B575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DA502295-24ED-BD7D-E32B-BAE2732ACF6F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44350763-DDBF-BEC5-B3A2-C7978B1F9452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EE4F9CB-93A7-6E91-B1B7-57E4A77B2D44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8AFFB5E-CE0D-8180-5737-64767DA71455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18FC92E4-4315-6630-5F94-907669BCABF2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E66B6BF-40D7-42B6-D6FA-14A6770392FE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51557E6-9734-A23B-52F0-EE0222840A13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179FF3FF-D2B6-3959-73EC-36223758B29C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C553ED88-9268-89EC-B510-D65E956F2DC5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44B402D5-17A4-FB06-8846-2CFE87F4CCF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060880D-5B92-524D-2CBC-F0C263BACA40}"/>
                </a:ext>
              </a:extLst>
            </p:cNvPr>
            <p:cNvGrpSpPr/>
            <p:nvPr/>
          </p:nvGrpSpPr>
          <p:grpSpPr>
            <a:xfrm>
              <a:off x="8396784" y="2645065"/>
              <a:ext cx="435969" cy="387958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B9724D0-345C-2561-CB0B-6E0ED6F74FCD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6BB9A49-66C7-9FA4-A125-17DB7216DBB1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2FC626A-8E74-4CE6-2BA2-B5A763066D81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3066306-D3D3-16FA-C069-AFC0DC4B3E59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CED4361-EC31-7903-8784-65EEFE3F2089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AB8178C-6232-915F-4EC8-97CDE79C31A7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6B7DD20-DE41-6868-EF3F-4B74DCD7E3DF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A07AB6BE-0C83-9D75-DC9C-C04868AE449D}"/>
              </a:ext>
            </a:extLst>
          </p:cNvPr>
          <p:cNvSpPr/>
          <p:nvPr userDrawn="1"/>
        </p:nvSpPr>
        <p:spPr>
          <a:xfrm>
            <a:off x="733982" y="1371600"/>
            <a:ext cx="2910732" cy="2910732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0FA421C-748E-DD74-1D40-990AA6E113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3471" y="1421089"/>
            <a:ext cx="2811754" cy="2811754"/>
          </a:xfrm>
          <a:custGeom>
            <a:avLst/>
            <a:gdLst>
              <a:gd name="connsiteX0" fmla="*/ 1480220 w 2960440"/>
              <a:gd name="connsiteY0" fmla="*/ 0 h 2960440"/>
              <a:gd name="connsiteX1" fmla="*/ 2960440 w 2960440"/>
              <a:gd name="connsiteY1" fmla="*/ 1480220 h 2960440"/>
              <a:gd name="connsiteX2" fmla="*/ 1480220 w 2960440"/>
              <a:gd name="connsiteY2" fmla="*/ 2960440 h 2960440"/>
              <a:gd name="connsiteX3" fmla="*/ 0 w 2960440"/>
              <a:gd name="connsiteY3" fmla="*/ 1480220 h 2960440"/>
              <a:gd name="connsiteX4" fmla="*/ 1480220 w 2960440"/>
              <a:gd name="connsiteY4" fmla="*/ 0 h 2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0440" h="2960440">
                <a:moveTo>
                  <a:pt x="1480220" y="0"/>
                </a:moveTo>
                <a:cubicBezTo>
                  <a:pt x="2297723" y="0"/>
                  <a:pt x="2960440" y="662717"/>
                  <a:pt x="2960440" y="1480220"/>
                </a:cubicBezTo>
                <a:cubicBezTo>
                  <a:pt x="2960440" y="2297723"/>
                  <a:pt x="2297723" y="2960440"/>
                  <a:pt x="1480220" y="2960440"/>
                </a:cubicBezTo>
                <a:cubicBezTo>
                  <a:pt x="662717" y="2960440"/>
                  <a:pt x="0" y="2297723"/>
                  <a:pt x="0" y="1480220"/>
                </a:cubicBezTo>
                <a:cubicBezTo>
                  <a:pt x="0" y="662717"/>
                  <a:pt x="662717" y="0"/>
                  <a:pt x="14802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B30ED55-4230-E91A-7E81-6B1FD70A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1064545"/>
            <a:ext cx="5093972" cy="2123658"/>
          </a:xfrm>
          <a:noFill/>
        </p:spPr>
        <p:txBody>
          <a:bodyPr wrap="square">
            <a:spAutoFit/>
          </a:bodyPr>
          <a:lstStyle>
            <a:lvl1pPr>
              <a:defRPr lang="en-US" sz="11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defTabSz="415525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1468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c 48">
            <a:extLst>
              <a:ext uri="{FF2B5EF4-FFF2-40B4-BE49-F238E27FC236}">
                <a16:creationId xmlns:a16="http://schemas.microsoft.com/office/drawing/2014/main" id="{620E838C-DA11-1DC4-05CC-E7735543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7301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6BBA25D-7B5B-F933-26D8-73FC27431E40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E0E055-2BA0-67F9-A5FC-B42C04CF65CB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35E448-9749-83A3-A1BB-471C138300C1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D3AFC8-E2CA-2BE8-53F9-992C2A28873A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7ABCF-4C2B-9A51-64E8-377E6C06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B80ACE-E470-1847-9A72-B2CC91A5603F}"/>
              </a:ext>
            </a:extLst>
          </p:cNvPr>
          <p:cNvGrpSpPr/>
          <p:nvPr userDrawn="1"/>
        </p:nvGrpSpPr>
        <p:grpSpPr>
          <a:xfrm>
            <a:off x="298499" y="4650645"/>
            <a:ext cx="8547003" cy="387958"/>
            <a:chOff x="285750" y="2645065"/>
            <a:chExt cx="8547003" cy="387958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FC44C6-C53A-EA39-BEBC-06D808D330DB}"/>
                </a:ext>
              </a:extLst>
            </p:cNvPr>
            <p:cNvGrpSpPr/>
            <p:nvPr userDrawn="1"/>
          </p:nvGrpSpPr>
          <p:grpSpPr>
            <a:xfrm>
              <a:off x="285750" y="2730500"/>
              <a:ext cx="1266904" cy="302523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60FAC316-9D5A-47D5-D74B-648091D12B43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518A68F0-2488-C047-24D8-66E68D55E008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95E5A06-E927-67D9-92B6-C3003B49A9AB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aphic 8">
                <a:extLst>
                  <a:ext uri="{FF2B5EF4-FFF2-40B4-BE49-F238E27FC236}">
                    <a16:creationId xmlns:a16="http://schemas.microsoft.com/office/drawing/2014/main" id="{CC2C02F9-8A90-5895-5D9B-FDE7CCC98AF2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1E35AEB-3D8B-4202-81D5-7AB7682073EE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D133AC1-4EA8-E88C-700B-C8F28338D64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188F4BB-197C-0B59-DB0E-9E1B073ADD9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EEB3207C-20E1-6EE3-3427-AF6F444C3B9A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CA8CE65-9BFD-F7C4-5FFD-CCED9E5F8A1E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5BE1198-D5E8-37B9-8F20-BD21E9EABBE3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DFB6BC58-C44B-EF0C-D1B0-495FD1E2B89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FF976EA-3B9E-5B59-FFEA-14B53DCEEEF4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73262D40-4A76-B85E-6275-EDFF4A4E0D6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54F3FC-B496-55FF-225A-70233677857B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7B4C68AC-8086-747E-0C27-066341B9469E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85BD0A4-BB74-E6E8-D10B-EA593EC79D0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46CC8A8-C0AC-6357-5092-8DDD6197B575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DA502295-24ED-BD7D-E32B-BAE2732ACF6F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44350763-DDBF-BEC5-B3A2-C7978B1F9452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EE4F9CB-93A7-6E91-B1B7-57E4A77B2D44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8AFFB5E-CE0D-8180-5737-64767DA71455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18FC92E4-4315-6630-5F94-907669BCABF2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E66B6BF-40D7-42B6-D6FA-14A6770392FE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51557E6-9734-A23B-52F0-EE0222840A13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179FF3FF-D2B6-3959-73EC-36223758B29C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C553ED88-9268-89EC-B510-D65E956F2DC5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44B402D5-17A4-FB06-8846-2CFE87F4CCF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060880D-5B92-524D-2CBC-F0C263BACA40}"/>
                </a:ext>
              </a:extLst>
            </p:cNvPr>
            <p:cNvGrpSpPr/>
            <p:nvPr/>
          </p:nvGrpSpPr>
          <p:grpSpPr>
            <a:xfrm>
              <a:off x="8396784" y="2645065"/>
              <a:ext cx="435969" cy="387958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B9724D0-345C-2561-CB0B-6E0ED6F74FCD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6BB9A49-66C7-9FA4-A125-17DB7216DBB1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2FC626A-8E74-4CE6-2BA2-B5A763066D81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3066306-D3D3-16FA-C069-AFC0DC4B3E59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CED4361-EC31-7903-8784-65EEFE3F2089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AB8178C-6232-915F-4EC8-97CDE79C31A7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6B7DD20-DE41-6868-EF3F-4B74DCD7E3DF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D55F77FF-CBBE-D017-3342-8861FED69E9D}"/>
              </a:ext>
            </a:extLst>
          </p:cNvPr>
          <p:cNvSpPr/>
          <p:nvPr userDrawn="1"/>
        </p:nvSpPr>
        <p:spPr>
          <a:xfrm>
            <a:off x="5403898" y="247011"/>
            <a:ext cx="3160982" cy="3160982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0FA421C-748E-DD74-1D40-990AA6E113C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65245" y="308358"/>
            <a:ext cx="3038288" cy="3038288"/>
          </a:xfrm>
          <a:custGeom>
            <a:avLst/>
            <a:gdLst>
              <a:gd name="connsiteX0" fmla="*/ 1480220 w 2960440"/>
              <a:gd name="connsiteY0" fmla="*/ 0 h 2960440"/>
              <a:gd name="connsiteX1" fmla="*/ 2960440 w 2960440"/>
              <a:gd name="connsiteY1" fmla="*/ 1480220 h 2960440"/>
              <a:gd name="connsiteX2" fmla="*/ 1480220 w 2960440"/>
              <a:gd name="connsiteY2" fmla="*/ 2960440 h 2960440"/>
              <a:gd name="connsiteX3" fmla="*/ 0 w 2960440"/>
              <a:gd name="connsiteY3" fmla="*/ 1480220 h 2960440"/>
              <a:gd name="connsiteX4" fmla="*/ 1480220 w 2960440"/>
              <a:gd name="connsiteY4" fmla="*/ 0 h 2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0440" h="2960440">
                <a:moveTo>
                  <a:pt x="1480220" y="0"/>
                </a:moveTo>
                <a:cubicBezTo>
                  <a:pt x="2297723" y="0"/>
                  <a:pt x="2960440" y="662717"/>
                  <a:pt x="2960440" y="1480220"/>
                </a:cubicBezTo>
                <a:cubicBezTo>
                  <a:pt x="2960440" y="2297723"/>
                  <a:pt x="2297723" y="2960440"/>
                  <a:pt x="1480220" y="2960440"/>
                </a:cubicBezTo>
                <a:cubicBezTo>
                  <a:pt x="662717" y="2960440"/>
                  <a:pt x="0" y="2297723"/>
                  <a:pt x="0" y="1480220"/>
                </a:cubicBezTo>
                <a:cubicBezTo>
                  <a:pt x="0" y="662717"/>
                  <a:pt x="662717" y="0"/>
                  <a:pt x="14802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00" b="1">
                <a:solidFill>
                  <a:srgbClr val="4E84C4"/>
                </a:solidFill>
              </a:defRPr>
            </a:lvl1pPr>
          </a:lstStyle>
          <a:p>
            <a:r>
              <a:rPr lang="en-US"/>
              <a:t>Insert Pic here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67940574-337B-F323-650B-AD154FCC7A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3050" y="1502381"/>
            <a:ext cx="4573270" cy="1905611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lang="en-US" sz="1400" b="0" i="0" dirty="0" smtClean="0">
                <a:effectLst/>
              </a:defRPr>
            </a:lvl1pPr>
            <a:lvl2pPr>
              <a:buNone/>
              <a:defRPr lang="en-US" sz="818" smtClean="0">
                <a:solidFill>
                  <a:schemeClr val="tx1"/>
                </a:solidFill>
              </a:defRPr>
            </a:lvl2pPr>
            <a:lvl3pPr>
              <a:buNone/>
              <a:defRPr lang="en-US" sz="818" smtClean="0">
                <a:solidFill>
                  <a:schemeClr val="tx1"/>
                </a:solidFill>
              </a:defRPr>
            </a:lvl3pPr>
            <a:lvl4pPr>
              <a:buNone/>
              <a:defRPr lang="en-US" sz="818" smtClean="0">
                <a:solidFill>
                  <a:schemeClr val="tx1"/>
                </a:solidFill>
              </a:defRPr>
            </a:lvl4pPr>
            <a:lvl5pPr>
              <a:buNone/>
              <a:defRPr lang="en-US" sz="818">
                <a:solidFill>
                  <a:schemeClr val="tx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9041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>
            <a:extLst>
              <a:ext uri="{FF2B5EF4-FFF2-40B4-BE49-F238E27FC236}">
                <a16:creationId xmlns:a16="http://schemas.microsoft.com/office/drawing/2014/main" id="{52A731E3-C780-317A-40CB-1F5C0D42B2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7301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D73557-9DE2-99A0-D9C6-6BB4207F725A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184415-BB03-89B1-7566-4AF275A6ADBF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886583C-078D-1E90-D53F-C512DCC64B7C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DE54EF-3398-0B8B-2AF2-A0C766AE39DA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7ABCF-4C2B-9A51-64E8-377E6C06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B80ACE-E470-1847-9A72-B2CC91A5603F}"/>
              </a:ext>
            </a:extLst>
          </p:cNvPr>
          <p:cNvGrpSpPr/>
          <p:nvPr userDrawn="1"/>
        </p:nvGrpSpPr>
        <p:grpSpPr>
          <a:xfrm>
            <a:off x="298499" y="4650645"/>
            <a:ext cx="8547003" cy="387958"/>
            <a:chOff x="285750" y="2645065"/>
            <a:chExt cx="8547003" cy="387958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FC44C6-C53A-EA39-BEBC-06D808D330DB}"/>
                </a:ext>
              </a:extLst>
            </p:cNvPr>
            <p:cNvGrpSpPr/>
            <p:nvPr userDrawn="1"/>
          </p:nvGrpSpPr>
          <p:grpSpPr>
            <a:xfrm>
              <a:off x="285750" y="2730500"/>
              <a:ext cx="1266904" cy="302523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60FAC316-9D5A-47D5-D74B-648091D12B43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518A68F0-2488-C047-24D8-66E68D55E008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95E5A06-E927-67D9-92B6-C3003B49A9AB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aphic 8">
                <a:extLst>
                  <a:ext uri="{FF2B5EF4-FFF2-40B4-BE49-F238E27FC236}">
                    <a16:creationId xmlns:a16="http://schemas.microsoft.com/office/drawing/2014/main" id="{CC2C02F9-8A90-5895-5D9B-FDE7CCC98AF2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1E35AEB-3D8B-4202-81D5-7AB7682073EE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D133AC1-4EA8-E88C-700B-C8F28338D64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188F4BB-197C-0B59-DB0E-9E1B073ADD9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EEB3207C-20E1-6EE3-3427-AF6F444C3B9A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CA8CE65-9BFD-F7C4-5FFD-CCED9E5F8A1E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5BE1198-D5E8-37B9-8F20-BD21E9EABBE3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DFB6BC58-C44B-EF0C-D1B0-495FD1E2B89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FF976EA-3B9E-5B59-FFEA-14B53DCEEEF4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73262D40-4A76-B85E-6275-EDFF4A4E0D6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54F3FC-B496-55FF-225A-70233677857B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7B4C68AC-8086-747E-0C27-066341B9469E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85BD0A4-BB74-E6E8-D10B-EA593EC79D0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46CC8A8-C0AC-6357-5092-8DDD6197B575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DA502295-24ED-BD7D-E32B-BAE2732ACF6F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44350763-DDBF-BEC5-B3A2-C7978B1F9452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EE4F9CB-93A7-6E91-B1B7-57E4A77B2D44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8AFFB5E-CE0D-8180-5737-64767DA71455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18FC92E4-4315-6630-5F94-907669BCABF2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E66B6BF-40D7-42B6-D6FA-14A6770392FE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51557E6-9734-A23B-52F0-EE0222840A13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179FF3FF-D2B6-3959-73EC-36223758B29C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C553ED88-9268-89EC-B510-D65E956F2DC5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44B402D5-17A4-FB06-8846-2CFE87F4CCF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060880D-5B92-524D-2CBC-F0C263BACA40}"/>
                </a:ext>
              </a:extLst>
            </p:cNvPr>
            <p:cNvGrpSpPr/>
            <p:nvPr/>
          </p:nvGrpSpPr>
          <p:grpSpPr>
            <a:xfrm>
              <a:off x="8396784" y="2645065"/>
              <a:ext cx="435969" cy="387958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B9724D0-345C-2561-CB0B-6E0ED6F74FCD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6BB9A49-66C7-9FA4-A125-17DB7216DBB1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2FC626A-8E74-4CE6-2BA2-B5A763066D81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3066306-D3D3-16FA-C069-AFC0DC4B3E59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CED4361-EC31-7903-8784-65EEFE3F2089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AB8178C-6232-915F-4EC8-97CDE79C31A7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6B7DD20-DE41-6868-EF3F-4B74DCD7E3DF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D55F77FF-CBBE-D017-3342-8861FED69E9D}"/>
              </a:ext>
            </a:extLst>
          </p:cNvPr>
          <p:cNvSpPr/>
          <p:nvPr userDrawn="1"/>
        </p:nvSpPr>
        <p:spPr>
          <a:xfrm>
            <a:off x="5403898" y="247011"/>
            <a:ext cx="3160982" cy="3160982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0FA421C-748E-DD74-1D40-990AA6E113C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65245" y="308358"/>
            <a:ext cx="3038288" cy="3038288"/>
          </a:xfrm>
          <a:custGeom>
            <a:avLst/>
            <a:gdLst>
              <a:gd name="connsiteX0" fmla="*/ 1480220 w 2960440"/>
              <a:gd name="connsiteY0" fmla="*/ 0 h 2960440"/>
              <a:gd name="connsiteX1" fmla="*/ 2960440 w 2960440"/>
              <a:gd name="connsiteY1" fmla="*/ 1480220 h 2960440"/>
              <a:gd name="connsiteX2" fmla="*/ 1480220 w 2960440"/>
              <a:gd name="connsiteY2" fmla="*/ 2960440 h 2960440"/>
              <a:gd name="connsiteX3" fmla="*/ 0 w 2960440"/>
              <a:gd name="connsiteY3" fmla="*/ 1480220 h 2960440"/>
              <a:gd name="connsiteX4" fmla="*/ 1480220 w 2960440"/>
              <a:gd name="connsiteY4" fmla="*/ 0 h 2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0440" h="2960440">
                <a:moveTo>
                  <a:pt x="1480220" y="0"/>
                </a:moveTo>
                <a:cubicBezTo>
                  <a:pt x="2297723" y="0"/>
                  <a:pt x="2960440" y="662717"/>
                  <a:pt x="2960440" y="1480220"/>
                </a:cubicBezTo>
                <a:cubicBezTo>
                  <a:pt x="2960440" y="2297723"/>
                  <a:pt x="2297723" y="2960440"/>
                  <a:pt x="1480220" y="2960440"/>
                </a:cubicBezTo>
                <a:cubicBezTo>
                  <a:pt x="662717" y="2960440"/>
                  <a:pt x="0" y="2297723"/>
                  <a:pt x="0" y="1480220"/>
                </a:cubicBezTo>
                <a:cubicBezTo>
                  <a:pt x="0" y="662717"/>
                  <a:pt x="662717" y="0"/>
                  <a:pt x="148022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00" b="1">
                <a:solidFill>
                  <a:srgbClr val="4E84C4"/>
                </a:solidFill>
              </a:defRPr>
            </a:lvl1pPr>
          </a:lstStyle>
          <a:p>
            <a:r>
              <a:rPr lang="en-US"/>
              <a:t>Insert Pic here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08FD865E-85B0-F50E-6EE1-4A7383C57F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3050" y="1502381"/>
            <a:ext cx="4573270" cy="1905611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lang="en-US" sz="1400" b="0" i="0" dirty="0" smtClean="0">
                <a:solidFill>
                  <a:schemeClr val="tx1"/>
                </a:solidFill>
                <a:effectLst/>
              </a:defRPr>
            </a:lvl1pPr>
            <a:lvl2pPr>
              <a:buNone/>
              <a:defRPr lang="en-US" sz="818" smtClean="0">
                <a:solidFill>
                  <a:schemeClr val="tx1"/>
                </a:solidFill>
              </a:defRPr>
            </a:lvl2pPr>
            <a:lvl3pPr>
              <a:buNone/>
              <a:defRPr lang="en-US" sz="818" smtClean="0">
                <a:solidFill>
                  <a:schemeClr val="tx1"/>
                </a:solidFill>
              </a:defRPr>
            </a:lvl3pPr>
            <a:lvl4pPr>
              <a:buNone/>
              <a:defRPr lang="en-US" sz="818" smtClean="0">
                <a:solidFill>
                  <a:schemeClr val="tx1"/>
                </a:solidFill>
              </a:defRPr>
            </a:lvl4pPr>
            <a:lvl5pPr>
              <a:buNone/>
              <a:defRPr lang="en-US" sz="818">
                <a:solidFill>
                  <a:schemeClr val="tx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492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ADE80-F35C-381A-C871-E1A3C6208B5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0CB8AA-960C-4650-ABE9-4A6EFCAF5D81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1CCB6F-A314-28BE-B118-A56B465A98B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F3404D-499E-D5A1-04D0-555C768C2AC7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4" y="142092"/>
            <a:ext cx="8651153" cy="5530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1066799"/>
            <a:ext cx="7886700" cy="3148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12604" y="4923599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8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US" smtClean="0"/>
              <a:pPr algn="ctr" defTabSz="914355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>
            <a:cxnSpLocks/>
          </p:cNvCxnSpPr>
          <p:nvPr userDrawn="1"/>
        </p:nvCxnSpPr>
        <p:spPr>
          <a:xfrm>
            <a:off x="4578258" y="4923599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70C-B26D-BE0C-66B2-29D3B3DE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0610" y="4923599"/>
            <a:ext cx="1603957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US" sz="800" b="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defTabSz="914355"/>
            <a:r>
              <a:rPr lang="en-US"/>
              <a:t>TCS confidential</a:t>
            </a:r>
            <a:endParaRPr lang="en-US" b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E0F0CE1-8645-61D0-5518-E4B1A4715276}"/>
              </a:ext>
            </a:extLst>
          </p:cNvPr>
          <p:cNvGrpSpPr/>
          <p:nvPr userDrawn="1"/>
        </p:nvGrpSpPr>
        <p:grpSpPr>
          <a:xfrm>
            <a:off x="274638" y="4648193"/>
            <a:ext cx="8570864" cy="390410"/>
            <a:chOff x="274638" y="4648193"/>
            <a:chExt cx="8570864" cy="3904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BA98EF3-FD5A-D6B6-D03A-09DCE544B3B3}"/>
                </a:ext>
              </a:extLst>
            </p:cNvPr>
            <p:cNvGrpSpPr/>
            <p:nvPr userDrawn="1"/>
          </p:nvGrpSpPr>
          <p:grpSpPr>
            <a:xfrm>
              <a:off x="274638" y="4736080"/>
              <a:ext cx="1266904" cy="302523"/>
              <a:chOff x="0" y="2427986"/>
              <a:chExt cx="1581147" cy="380839"/>
            </a:xfrm>
            <a:solidFill>
              <a:schemeClr val="tx1"/>
            </a:solidFill>
          </p:grpSpPr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A864035-4916-9D07-A328-B0B77259FB88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887486D1-6148-25E5-8B69-2E86997D2E99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128B5B0-2B3A-2523-CFA3-6A25B1677711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aphic 8">
                <a:extLst>
                  <a:ext uri="{FF2B5EF4-FFF2-40B4-BE49-F238E27FC236}">
                    <a16:creationId xmlns:a16="http://schemas.microsoft.com/office/drawing/2014/main" id="{76F89B44-4E2A-2901-43F8-C2B4E44C4745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E281FF5E-801A-3BCB-C338-99F8BEE24C36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47F79F4-C2AF-EAB5-4E0A-A8811C7D6DB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48C2DC0-28EB-B957-A92C-1B0C721682D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CFFE4F-00C5-1CA0-6321-489F8FDABAA0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B8DA398-4586-1C93-D328-236F449CC51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A6780F-E2FF-ACBB-126D-A6EE988AD3CE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F6F0C6-51F3-442F-560E-BAF987F3A17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46FA2A2-A7EF-6C78-740C-66B2275733FF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84FEFA3-AE64-0153-E49A-D3191AC2B75B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DA88088-D432-2B0F-E890-A9AE5B0B2F02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49EB0B1-5788-5615-CD2E-F92B8141228B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9835C1E-0593-DF1C-AB5B-EB963674D597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3633971-B149-1FC2-C64F-44D03152FB5F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6EBEC20-D11F-8367-0039-5102C16F036B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DB717EBD-E5EA-2306-20A6-43CFBE1036ED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C75A4E4-E823-4B4A-C73A-7FDB5468BF51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BAD737C0-1BA9-2FE0-A65E-1F07D8D3AA4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194EDEF5-B578-C1A6-445B-FD082C01AE50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F3E00F67-5384-6921-564D-84F0B1F500F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AF84FA6-EEBF-AC0B-B5D4-DFA3CF029D6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28BE1A1-6672-B8C4-2AFD-83AE50B5E2E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BDC03EBD-BFED-398A-EAB6-8F7219E04B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FA0C079-126A-074A-7F9C-F49B63E1A87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E161D1F-49E9-74F0-C3AD-39CC0007C997}"/>
                </a:ext>
              </a:extLst>
            </p:cNvPr>
            <p:cNvGrpSpPr/>
            <p:nvPr/>
          </p:nvGrpSpPr>
          <p:grpSpPr>
            <a:xfrm>
              <a:off x="8409533" y="4648193"/>
              <a:ext cx="435969" cy="387958"/>
              <a:chOff x="8599610" y="2333965"/>
              <a:chExt cx="542618" cy="474759"/>
            </a:xfrm>
            <a:solidFill>
              <a:schemeClr val="tx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B156583-CC6C-8785-ABD9-3186C75575D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2A71BDE-E554-FD3C-4880-6AA431E0396D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7DFE2EF-49AB-69FE-2954-AAF3DBC01CB7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C8E8AF9-EBE3-A7B8-D5CA-C83382702DB8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685416F-70E3-EE8B-EECE-D187E9D10AF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3743317-A437-A7BA-3700-643131095A4C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0C6F21-CDBB-8106-009D-0BE1B2B07EC1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650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35" r:id="rId4"/>
    <p:sldLayoutId id="2147483737" r:id="rId5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400" b="0" kern="0" spc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3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868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5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ADE80-F35C-381A-C871-E1A3C6208B5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0CB8AA-960C-4650-ABE9-4A6EFCAF5D81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1CCB6F-A314-28BE-B118-A56B465A98B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F3404D-499E-D5A1-04D0-555C768C2AC7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4" y="142092"/>
            <a:ext cx="8651153" cy="5530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1066799"/>
            <a:ext cx="7886700" cy="3148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12604" y="4923599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800" b="1" smtClean="0">
                <a:solidFill>
                  <a:schemeClr val="bg1">
                    <a:lumMod val="6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US" smtClean="0"/>
              <a:pPr algn="ctr" defTabSz="914355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>
            <a:cxnSpLocks/>
          </p:cNvCxnSpPr>
          <p:nvPr userDrawn="1"/>
        </p:nvCxnSpPr>
        <p:spPr>
          <a:xfrm>
            <a:off x="4578258" y="4923599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70C-B26D-BE0C-66B2-29D3B3DE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0610" y="4923599"/>
            <a:ext cx="1603957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US" sz="800" b="0" spc="0" baseline="0">
                <a:solidFill>
                  <a:schemeClr val="bg1">
                    <a:lumMod val="8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defTabSz="914355"/>
            <a:r>
              <a:rPr lang="en-US"/>
              <a:t>TCS confidential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E0F0CE1-8645-61D0-5518-E4B1A4715276}"/>
              </a:ext>
            </a:extLst>
          </p:cNvPr>
          <p:cNvGrpSpPr/>
          <p:nvPr userDrawn="1"/>
        </p:nvGrpSpPr>
        <p:grpSpPr>
          <a:xfrm>
            <a:off x="274638" y="4648193"/>
            <a:ext cx="8570864" cy="390410"/>
            <a:chOff x="274638" y="4648193"/>
            <a:chExt cx="8570864" cy="390410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BA98EF3-FD5A-D6B6-D03A-09DCE544B3B3}"/>
                </a:ext>
              </a:extLst>
            </p:cNvPr>
            <p:cNvGrpSpPr/>
            <p:nvPr userDrawn="1"/>
          </p:nvGrpSpPr>
          <p:grpSpPr>
            <a:xfrm>
              <a:off x="274638" y="4736080"/>
              <a:ext cx="1266904" cy="302523"/>
              <a:chOff x="0" y="2427986"/>
              <a:chExt cx="1581147" cy="380839"/>
            </a:xfrm>
            <a:grpFill/>
          </p:grpSpPr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A864035-4916-9D07-A328-B0B77259FB88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887486D1-6148-25E5-8B69-2E86997D2E99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128B5B0-2B3A-2523-CFA3-6A25B1677711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aphic 8">
                <a:extLst>
                  <a:ext uri="{FF2B5EF4-FFF2-40B4-BE49-F238E27FC236}">
                    <a16:creationId xmlns:a16="http://schemas.microsoft.com/office/drawing/2014/main" id="{76F89B44-4E2A-2901-43F8-C2B4E44C4745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E281FF5E-801A-3BCB-C338-99F8BEE24C36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47F79F4-C2AF-EAB5-4E0A-A8811C7D6DB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48C2DC0-28EB-B957-A92C-1B0C721682D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CFFE4F-00C5-1CA0-6321-489F8FDABAA0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B8DA398-4586-1C93-D328-236F449CC51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A6780F-E2FF-ACBB-126D-A6EE988AD3CE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F6F0C6-51F3-442F-560E-BAF987F3A17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46FA2A2-A7EF-6C78-740C-66B2275733FF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84FEFA3-AE64-0153-E49A-D3191AC2B75B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DA88088-D432-2B0F-E890-A9AE5B0B2F02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49EB0B1-5788-5615-CD2E-F92B8141228B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9835C1E-0593-DF1C-AB5B-EB963674D597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3633971-B149-1FC2-C64F-44D03152FB5F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6EBEC20-D11F-8367-0039-5102C16F036B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DB717EBD-E5EA-2306-20A6-43CFBE1036ED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C75A4E4-E823-4B4A-C73A-7FDB5468BF51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BAD737C0-1BA9-2FE0-A65E-1F07D8D3AA4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194EDEF5-B578-C1A6-445B-FD082C01AE50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F3E00F67-5384-6921-564D-84F0B1F500F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AF84FA6-EEBF-AC0B-B5D4-DFA3CF029D6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28BE1A1-6672-B8C4-2AFD-83AE50B5E2E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BDC03EBD-BFED-398A-EAB6-8F7219E04B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FA0C079-126A-074A-7F9C-F49B63E1A87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E161D1F-49E9-74F0-C3AD-39CC0007C997}"/>
                </a:ext>
              </a:extLst>
            </p:cNvPr>
            <p:cNvGrpSpPr/>
            <p:nvPr/>
          </p:nvGrpSpPr>
          <p:grpSpPr>
            <a:xfrm>
              <a:off x="8409533" y="4648193"/>
              <a:ext cx="435969" cy="387958"/>
              <a:chOff x="8599610" y="2333965"/>
              <a:chExt cx="542618" cy="474759"/>
            </a:xfrm>
            <a:grpFill/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B156583-CC6C-8785-ABD9-3186C75575D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2A71BDE-E554-FD3C-4880-6AA431E0396D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7DFE2EF-49AB-69FE-2954-AAF3DBC01CB7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C8E8AF9-EBE3-A7B8-D5CA-C83382702DB8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685416F-70E3-EE8B-EECE-D187E9D10AF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3743317-A437-A7BA-3700-643131095A4C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0C6F21-CDBB-8106-009D-0BE1B2B07EC1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6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8" r:id="rId4"/>
    <p:sldLayoutId id="2147483709" r:id="rId5"/>
    <p:sldLayoutId id="2147483710" r:id="rId6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400" b="0" kern="0" spc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3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868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5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8" y="1583013"/>
            <a:ext cx="5266122" cy="554107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238" y="2203049"/>
            <a:ext cx="404298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68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2" r:id="rId3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200" kern="1200" spc="2" dirty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3" orient="horz" pos="386">
          <p15:clr>
            <a:srgbClr val="F26B43"/>
          </p15:clr>
        </p15:guide>
        <p15:guide id="4" orient="horz" pos="915">
          <p15:clr>
            <a:srgbClr val="F26B43"/>
          </p15:clr>
        </p15:guide>
        <p15:guide id="5" pos="17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1">
          <p15:clr>
            <a:srgbClr val="F26B43"/>
          </p15:clr>
        </p15:guide>
        <p15:guide id="8" orient="horz" pos="134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6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33" r:id="rId3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200" kern="1200" spc="2" dirty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3" orient="horz" pos="386">
          <p15:clr>
            <a:srgbClr val="F26B43"/>
          </p15:clr>
        </p15:guide>
        <p15:guide id="4" orient="horz" pos="915">
          <p15:clr>
            <a:srgbClr val="F26B43"/>
          </p15:clr>
        </p15:guide>
        <p15:guide id="5" pos="17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1">
          <p15:clr>
            <a:srgbClr val="F26B43"/>
          </p15:clr>
        </p15:guide>
        <p15:guide id="8" orient="horz" pos="134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014A62E-1EB1-23B3-039A-558CE51BAB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B11AEC-8C1B-C8F0-73A2-E379B1430F63}"/>
              </a:ext>
            </a:extLst>
          </p:cNvPr>
          <p:cNvSpPr/>
          <p:nvPr userDrawn="1"/>
        </p:nvSpPr>
        <p:spPr>
          <a:xfrm>
            <a:off x="4873688" y="863878"/>
            <a:ext cx="3814354" cy="3817383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975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72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74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Placeholder 48">
            <a:extLst>
              <a:ext uri="{FF2B5EF4-FFF2-40B4-BE49-F238E27FC236}">
                <a16:creationId xmlns:a16="http://schemas.microsoft.com/office/drawing/2014/main" id="{09A87AB8-DAF9-AE91-53A5-D4D9B198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4" y="142092"/>
            <a:ext cx="8651153" cy="5530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/>
          <a:p>
            <a:pPr lvl="0" defTabSz="914355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116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400" b="0" kern="0" spc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72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7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5EC1-6210-16DB-3450-6271ACCE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EA2D72-A25A-9DD5-9EE6-80F2AC8F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582738"/>
            <a:ext cx="7233592" cy="554037"/>
          </a:xfrm>
        </p:spPr>
        <p:txBody>
          <a:bodyPr/>
          <a:lstStyle/>
          <a:p>
            <a:r>
              <a:rPr lang="en-US" dirty="0"/>
              <a:t>R&amp;I Interns Day –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266584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B61C-1578-7B67-71CA-4689ABC6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188737-301B-964D-A938-F592D743E4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55331" y="4956854"/>
            <a:ext cx="1603957" cy="127170"/>
          </a:xfrm>
        </p:spPr>
        <p:txBody>
          <a:bodyPr/>
          <a:lstStyle/>
          <a:p>
            <a:pPr defTabSz="914333"/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Calibri"/>
              </a:rPr>
              <a:t>TCS Internal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D1178C-A493-EEF1-1D84-3CA7B6794CF5}"/>
              </a:ext>
            </a:extLst>
          </p:cNvPr>
          <p:cNvSpPr/>
          <p:nvPr/>
        </p:nvSpPr>
        <p:spPr>
          <a:xfrm>
            <a:off x="3218259" y="1254385"/>
            <a:ext cx="2606040" cy="246888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40">
              <a:defRPr/>
            </a:pPr>
            <a:endParaRPr lang="en-US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BF17DE-6A4C-2C21-39A7-62966667BF4B}"/>
              </a:ext>
            </a:extLst>
          </p:cNvPr>
          <p:cNvCxnSpPr>
            <a:cxnSpLocks/>
          </p:cNvCxnSpPr>
          <p:nvPr/>
        </p:nvCxnSpPr>
        <p:spPr>
          <a:xfrm>
            <a:off x="4572000" y="684276"/>
            <a:ext cx="0" cy="985893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1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3C623B1-BE15-9019-E667-60DCC6CE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83" y="123061"/>
            <a:ext cx="8227457" cy="533311"/>
          </a:xfrm>
        </p:spPr>
        <p:txBody>
          <a:bodyPr/>
          <a:lstStyle/>
          <a:p>
            <a:r>
              <a:rPr lang="en-US" dirty="0"/>
              <a:t>R&amp;I Interns Day – Evaluation Metrics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BDA88E-37B2-E07A-F2E6-3E502296B760}"/>
              </a:ext>
            </a:extLst>
          </p:cNvPr>
          <p:cNvGrpSpPr/>
          <p:nvPr/>
        </p:nvGrpSpPr>
        <p:grpSpPr>
          <a:xfrm rot="10800000">
            <a:off x="3779854" y="1616459"/>
            <a:ext cx="1584293" cy="1920983"/>
            <a:chOff x="7359602" y="1293223"/>
            <a:chExt cx="2624313" cy="318202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FEABD7-3F46-9AE4-D0CA-71C9711A8B31}"/>
                </a:ext>
              </a:extLst>
            </p:cNvPr>
            <p:cNvGrpSpPr/>
            <p:nvPr/>
          </p:nvGrpSpPr>
          <p:grpSpPr>
            <a:xfrm>
              <a:off x="7854787" y="2185017"/>
              <a:ext cx="1629795" cy="2290230"/>
              <a:chOff x="8398668" y="1052736"/>
              <a:chExt cx="1895992" cy="2664296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C8A5724A-A125-49F8-346C-F082E4641DDD}"/>
                  </a:ext>
                </a:extLst>
              </p:cNvPr>
              <p:cNvSpPr/>
              <p:nvPr/>
            </p:nvSpPr>
            <p:spPr>
              <a:xfrm>
                <a:off x="9058632" y="3284984"/>
                <a:ext cx="576064" cy="432048"/>
              </a:xfrm>
              <a:prstGeom prst="roundRect">
                <a:avLst>
                  <a:gd name="adj" fmla="val 2577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261B4EF-B1AA-48F1-B3D8-7D243D7878A5}"/>
                  </a:ext>
                </a:extLst>
              </p:cNvPr>
              <p:cNvGrpSpPr/>
              <p:nvPr/>
            </p:nvGrpSpPr>
            <p:grpSpPr>
              <a:xfrm>
                <a:off x="8398668" y="1052736"/>
                <a:ext cx="1895992" cy="2498705"/>
                <a:chOff x="7462564" y="1268760"/>
                <a:chExt cx="1578868" cy="2080771"/>
              </a:xfrm>
            </p:grpSpPr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C560675F-F3B5-4A62-64EB-EB2F22528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2564" y="1268760"/>
                  <a:ext cx="1578868" cy="1592862"/>
                </a:xfrm>
                <a:custGeom>
                  <a:avLst/>
                  <a:gdLst>
                    <a:gd name="T0" fmla="*/ 222 w 1297"/>
                    <a:gd name="T1" fmla="*/ 1147 h 1309"/>
                    <a:gd name="T2" fmla="*/ 346 w 1297"/>
                    <a:gd name="T3" fmla="*/ 1309 h 1309"/>
                    <a:gd name="T4" fmla="*/ 930 w 1297"/>
                    <a:gd name="T5" fmla="*/ 1309 h 1309"/>
                    <a:gd name="T6" fmla="*/ 1054 w 1297"/>
                    <a:gd name="T7" fmla="*/ 1147 h 1309"/>
                    <a:gd name="T8" fmla="*/ 1263 w 1297"/>
                    <a:gd name="T9" fmla="*/ 580 h 1309"/>
                    <a:gd name="T10" fmla="*/ 708 w 1297"/>
                    <a:gd name="T11" fmla="*/ 42 h 1309"/>
                    <a:gd name="T12" fmla="*/ 0 w 1297"/>
                    <a:gd name="T13" fmla="*/ 674 h 1309"/>
                    <a:gd name="T14" fmla="*/ 222 w 1297"/>
                    <a:gd name="T15" fmla="*/ 1147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97" h="1309">
                      <a:moveTo>
                        <a:pt x="222" y="1147"/>
                      </a:moveTo>
                      <a:cubicBezTo>
                        <a:pt x="273" y="1194"/>
                        <a:pt x="316" y="1250"/>
                        <a:pt x="346" y="1309"/>
                      </a:cubicBezTo>
                      <a:cubicBezTo>
                        <a:pt x="930" y="1309"/>
                        <a:pt x="930" y="1309"/>
                        <a:pt x="930" y="1309"/>
                      </a:cubicBezTo>
                      <a:cubicBezTo>
                        <a:pt x="960" y="1250"/>
                        <a:pt x="1003" y="1190"/>
                        <a:pt x="1054" y="1147"/>
                      </a:cubicBezTo>
                      <a:cubicBezTo>
                        <a:pt x="1207" y="1015"/>
                        <a:pt x="1297" y="806"/>
                        <a:pt x="1263" y="580"/>
                      </a:cubicBezTo>
                      <a:cubicBezTo>
                        <a:pt x="1225" y="298"/>
                        <a:pt x="990" y="72"/>
                        <a:pt x="708" y="42"/>
                      </a:cubicBezTo>
                      <a:cubicBezTo>
                        <a:pt x="324" y="0"/>
                        <a:pt x="0" y="298"/>
                        <a:pt x="0" y="674"/>
                      </a:cubicBezTo>
                      <a:cubicBezTo>
                        <a:pt x="4" y="861"/>
                        <a:pt x="90" y="1032"/>
                        <a:pt x="222" y="1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2700000" scaled="1"/>
                </a:gra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240">
                    <a:defRPr/>
                  </a:pPr>
                  <a:endParaRPr lang="en-IN">
                    <a:solidFill>
                      <a:prstClr val="black"/>
                    </a:solidFill>
                    <a:latin typeface="Segoe UI"/>
                  </a:endParaRPr>
                </a:p>
              </p:txBody>
            </p:sp>
            <p:sp>
              <p:nvSpPr>
                <p:cNvPr id="40" name="Freeform 36">
                  <a:extLst>
                    <a:ext uri="{FF2B5EF4-FFF2-40B4-BE49-F238E27FC236}">
                      <a16:creationId xmlns:a16="http://schemas.microsoft.com/office/drawing/2014/main" id="{807E25FC-392D-C9EF-AF84-53CC2449C0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28608" y="2112879"/>
                  <a:ext cx="646780" cy="763965"/>
                </a:xfrm>
                <a:custGeom>
                  <a:avLst/>
                  <a:gdLst>
                    <a:gd name="T0" fmla="*/ 426 w 520"/>
                    <a:gd name="T1" fmla="*/ 5 h 615"/>
                    <a:gd name="T2" fmla="*/ 332 w 520"/>
                    <a:gd name="T3" fmla="*/ 98 h 615"/>
                    <a:gd name="T4" fmla="*/ 332 w 520"/>
                    <a:gd name="T5" fmla="*/ 154 h 615"/>
                    <a:gd name="T6" fmla="*/ 260 w 520"/>
                    <a:gd name="T7" fmla="*/ 154 h 615"/>
                    <a:gd name="T8" fmla="*/ 187 w 520"/>
                    <a:gd name="T9" fmla="*/ 154 h 615"/>
                    <a:gd name="T10" fmla="*/ 187 w 520"/>
                    <a:gd name="T11" fmla="*/ 94 h 615"/>
                    <a:gd name="T12" fmla="*/ 94 w 520"/>
                    <a:gd name="T13" fmla="*/ 0 h 615"/>
                    <a:gd name="T14" fmla="*/ 0 w 520"/>
                    <a:gd name="T15" fmla="*/ 94 h 615"/>
                    <a:gd name="T16" fmla="*/ 0 w 520"/>
                    <a:gd name="T17" fmla="*/ 98 h 615"/>
                    <a:gd name="T18" fmla="*/ 94 w 520"/>
                    <a:gd name="T19" fmla="*/ 192 h 615"/>
                    <a:gd name="T20" fmla="*/ 149 w 520"/>
                    <a:gd name="T21" fmla="*/ 192 h 615"/>
                    <a:gd name="T22" fmla="*/ 149 w 520"/>
                    <a:gd name="T23" fmla="*/ 610 h 615"/>
                    <a:gd name="T24" fmla="*/ 187 w 520"/>
                    <a:gd name="T25" fmla="*/ 610 h 615"/>
                    <a:gd name="T26" fmla="*/ 187 w 520"/>
                    <a:gd name="T27" fmla="*/ 197 h 615"/>
                    <a:gd name="T28" fmla="*/ 260 w 520"/>
                    <a:gd name="T29" fmla="*/ 197 h 615"/>
                    <a:gd name="T30" fmla="*/ 332 w 520"/>
                    <a:gd name="T31" fmla="*/ 197 h 615"/>
                    <a:gd name="T32" fmla="*/ 332 w 520"/>
                    <a:gd name="T33" fmla="*/ 615 h 615"/>
                    <a:gd name="T34" fmla="*/ 371 w 520"/>
                    <a:gd name="T35" fmla="*/ 615 h 615"/>
                    <a:gd name="T36" fmla="*/ 371 w 520"/>
                    <a:gd name="T37" fmla="*/ 197 h 615"/>
                    <a:gd name="T38" fmla="*/ 426 w 520"/>
                    <a:gd name="T39" fmla="*/ 197 h 615"/>
                    <a:gd name="T40" fmla="*/ 520 w 520"/>
                    <a:gd name="T41" fmla="*/ 103 h 615"/>
                    <a:gd name="T42" fmla="*/ 520 w 520"/>
                    <a:gd name="T43" fmla="*/ 98 h 615"/>
                    <a:gd name="T44" fmla="*/ 426 w 520"/>
                    <a:gd name="T45" fmla="*/ 5 h 615"/>
                    <a:gd name="T46" fmla="*/ 149 w 520"/>
                    <a:gd name="T47" fmla="*/ 154 h 615"/>
                    <a:gd name="T48" fmla="*/ 94 w 520"/>
                    <a:gd name="T49" fmla="*/ 154 h 615"/>
                    <a:gd name="T50" fmla="*/ 38 w 520"/>
                    <a:gd name="T51" fmla="*/ 98 h 615"/>
                    <a:gd name="T52" fmla="*/ 38 w 520"/>
                    <a:gd name="T53" fmla="*/ 94 h 615"/>
                    <a:gd name="T54" fmla="*/ 94 w 520"/>
                    <a:gd name="T55" fmla="*/ 39 h 615"/>
                    <a:gd name="T56" fmla="*/ 149 w 520"/>
                    <a:gd name="T57" fmla="*/ 94 h 615"/>
                    <a:gd name="T58" fmla="*/ 149 w 520"/>
                    <a:gd name="T59" fmla="*/ 154 h 615"/>
                    <a:gd name="T60" fmla="*/ 478 w 520"/>
                    <a:gd name="T61" fmla="*/ 103 h 615"/>
                    <a:gd name="T62" fmla="*/ 422 w 520"/>
                    <a:gd name="T63" fmla="*/ 158 h 615"/>
                    <a:gd name="T64" fmla="*/ 367 w 520"/>
                    <a:gd name="T65" fmla="*/ 158 h 615"/>
                    <a:gd name="T66" fmla="*/ 367 w 520"/>
                    <a:gd name="T67" fmla="*/ 98 h 615"/>
                    <a:gd name="T68" fmla="*/ 422 w 520"/>
                    <a:gd name="T69" fmla="*/ 43 h 615"/>
                    <a:gd name="T70" fmla="*/ 478 w 520"/>
                    <a:gd name="T71" fmla="*/ 98 h 615"/>
                    <a:gd name="T72" fmla="*/ 478 w 520"/>
                    <a:gd name="T73" fmla="*/ 103 h 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20" h="615">
                      <a:moveTo>
                        <a:pt x="426" y="5"/>
                      </a:moveTo>
                      <a:cubicBezTo>
                        <a:pt x="375" y="5"/>
                        <a:pt x="332" y="47"/>
                        <a:pt x="332" y="98"/>
                      </a:cubicBezTo>
                      <a:cubicBezTo>
                        <a:pt x="332" y="154"/>
                        <a:pt x="332" y="154"/>
                        <a:pt x="332" y="154"/>
                      </a:cubicBezTo>
                      <a:cubicBezTo>
                        <a:pt x="260" y="154"/>
                        <a:pt x="260" y="154"/>
                        <a:pt x="260" y="154"/>
                      </a:cubicBezTo>
                      <a:cubicBezTo>
                        <a:pt x="187" y="154"/>
                        <a:pt x="187" y="154"/>
                        <a:pt x="187" y="154"/>
                      </a:cubicBezTo>
                      <a:cubicBezTo>
                        <a:pt x="187" y="94"/>
                        <a:pt x="187" y="94"/>
                        <a:pt x="187" y="94"/>
                      </a:cubicBezTo>
                      <a:cubicBezTo>
                        <a:pt x="187" y="43"/>
                        <a:pt x="145" y="0"/>
                        <a:pt x="94" y="0"/>
                      </a:cubicBezTo>
                      <a:cubicBezTo>
                        <a:pt x="42" y="0"/>
                        <a:pt x="0" y="43"/>
                        <a:pt x="0" y="94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50"/>
                        <a:pt x="42" y="192"/>
                        <a:pt x="94" y="192"/>
                      </a:cubicBezTo>
                      <a:cubicBezTo>
                        <a:pt x="149" y="192"/>
                        <a:pt x="149" y="192"/>
                        <a:pt x="149" y="192"/>
                      </a:cubicBezTo>
                      <a:cubicBezTo>
                        <a:pt x="149" y="610"/>
                        <a:pt x="149" y="610"/>
                        <a:pt x="149" y="610"/>
                      </a:cubicBezTo>
                      <a:cubicBezTo>
                        <a:pt x="187" y="610"/>
                        <a:pt x="187" y="610"/>
                        <a:pt x="187" y="610"/>
                      </a:cubicBezTo>
                      <a:cubicBezTo>
                        <a:pt x="187" y="197"/>
                        <a:pt x="187" y="197"/>
                        <a:pt x="187" y="197"/>
                      </a:cubicBezTo>
                      <a:cubicBezTo>
                        <a:pt x="260" y="197"/>
                        <a:pt x="260" y="197"/>
                        <a:pt x="260" y="197"/>
                      </a:cubicBezTo>
                      <a:cubicBezTo>
                        <a:pt x="332" y="197"/>
                        <a:pt x="332" y="197"/>
                        <a:pt x="332" y="197"/>
                      </a:cubicBezTo>
                      <a:cubicBezTo>
                        <a:pt x="332" y="615"/>
                        <a:pt x="332" y="615"/>
                        <a:pt x="332" y="615"/>
                      </a:cubicBezTo>
                      <a:cubicBezTo>
                        <a:pt x="371" y="615"/>
                        <a:pt x="371" y="615"/>
                        <a:pt x="371" y="615"/>
                      </a:cubicBezTo>
                      <a:cubicBezTo>
                        <a:pt x="371" y="197"/>
                        <a:pt x="371" y="197"/>
                        <a:pt x="371" y="197"/>
                      </a:cubicBezTo>
                      <a:cubicBezTo>
                        <a:pt x="426" y="197"/>
                        <a:pt x="426" y="197"/>
                        <a:pt x="426" y="197"/>
                      </a:cubicBezTo>
                      <a:cubicBezTo>
                        <a:pt x="478" y="197"/>
                        <a:pt x="520" y="154"/>
                        <a:pt x="520" y="103"/>
                      </a:cubicBezTo>
                      <a:cubicBezTo>
                        <a:pt x="520" y="98"/>
                        <a:pt x="520" y="98"/>
                        <a:pt x="520" y="98"/>
                      </a:cubicBezTo>
                      <a:cubicBezTo>
                        <a:pt x="520" y="47"/>
                        <a:pt x="478" y="5"/>
                        <a:pt x="426" y="5"/>
                      </a:cubicBezTo>
                      <a:close/>
                      <a:moveTo>
                        <a:pt x="149" y="154"/>
                      </a:moveTo>
                      <a:cubicBezTo>
                        <a:pt x="94" y="154"/>
                        <a:pt x="94" y="154"/>
                        <a:pt x="94" y="154"/>
                      </a:cubicBezTo>
                      <a:cubicBezTo>
                        <a:pt x="64" y="154"/>
                        <a:pt x="38" y="128"/>
                        <a:pt x="38" y="98"/>
                      </a:cubicBezTo>
                      <a:cubicBezTo>
                        <a:pt x="38" y="94"/>
                        <a:pt x="38" y="94"/>
                        <a:pt x="38" y="94"/>
                      </a:cubicBezTo>
                      <a:cubicBezTo>
                        <a:pt x="38" y="64"/>
                        <a:pt x="64" y="39"/>
                        <a:pt x="94" y="39"/>
                      </a:cubicBezTo>
                      <a:cubicBezTo>
                        <a:pt x="123" y="39"/>
                        <a:pt x="149" y="64"/>
                        <a:pt x="149" y="94"/>
                      </a:cubicBezTo>
                      <a:lnTo>
                        <a:pt x="149" y="154"/>
                      </a:lnTo>
                      <a:close/>
                      <a:moveTo>
                        <a:pt x="478" y="103"/>
                      </a:moveTo>
                      <a:cubicBezTo>
                        <a:pt x="478" y="133"/>
                        <a:pt x="452" y="158"/>
                        <a:pt x="422" y="158"/>
                      </a:cubicBezTo>
                      <a:cubicBezTo>
                        <a:pt x="367" y="158"/>
                        <a:pt x="367" y="158"/>
                        <a:pt x="367" y="158"/>
                      </a:cubicBezTo>
                      <a:cubicBezTo>
                        <a:pt x="367" y="98"/>
                        <a:pt x="367" y="98"/>
                        <a:pt x="367" y="98"/>
                      </a:cubicBezTo>
                      <a:cubicBezTo>
                        <a:pt x="367" y="69"/>
                        <a:pt x="392" y="43"/>
                        <a:pt x="422" y="43"/>
                      </a:cubicBezTo>
                      <a:cubicBezTo>
                        <a:pt x="452" y="43"/>
                        <a:pt x="478" y="69"/>
                        <a:pt x="478" y="98"/>
                      </a:cubicBezTo>
                      <a:lnTo>
                        <a:pt x="478" y="10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240">
                    <a:defRPr/>
                  </a:pPr>
                  <a:endParaRPr lang="en-IN">
                    <a:solidFill>
                      <a:prstClr val="black"/>
                    </a:solidFill>
                    <a:latin typeface="Segoe UI"/>
                  </a:endParaRP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4A74E3D-45A6-C1BE-20DB-EADC516BEA8A}"/>
                    </a:ext>
                  </a:extLst>
                </p:cNvPr>
                <p:cNvGrpSpPr/>
                <p:nvPr/>
              </p:nvGrpSpPr>
              <p:grpSpPr>
                <a:xfrm>
                  <a:off x="7790170" y="2846991"/>
                  <a:ext cx="902665" cy="502540"/>
                  <a:chOff x="5650386" y="4584814"/>
                  <a:chExt cx="902665" cy="502540"/>
                </a:xfrm>
              </p:grpSpPr>
              <p:sp>
                <p:nvSpPr>
                  <p:cNvPr id="44" name="Freeform 15">
                    <a:extLst>
                      <a:ext uri="{FF2B5EF4-FFF2-40B4-BE49-F238E27FC236}">
                        <a16:creationId xmlns:a16="http://schemas.microsoft.com/office/drawing/2014/main" id="{CB3D6E75-107D-9DF6-BB92-7013ECC018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43896" y="4729851"/>
                    <a:ext cx="715643" cy="357503"/>
                  </a:xfrm>
                  <a:custGeom>
                    <a:avLst/>
                    <a:gdLst>
                      <a:gd name="T0" fmla="*/ 588 w 588"/>
                      <a:gd name="T1" fmla="*/ 205 h 294"/>
                      <a:gd name="T2" fmla="*/ 588 w 588"/>
                      <a:gd name="T3" fmla="*/ 0 h 294"/>
                      <a:gd name="T4" fmla="*/ 0 w 588"/>
                      <a:gd name="T5" fmla="*/ 0 h 294"/>
                      <a:gd name="T6" fmla="*/ 0 w 588"/>
                      <a:gd name="T7" fmla="*/ 205 h 294"/>
                      <a:gd name="T8" fmla="*/ 89 w 588"/>
                      <a:gd name="T9" fmla="*/ 294 h 294"/>
                      <a:gd name="T10" fmla="*/ 503 w 588"/>
                      <a:gd name="T11" fmla="*/ 294 h 294"/>
                      <a:gd name="T12" fmla="*/ 588 w 588"/>
                      <a:gd name="T13" fmla="*/ 205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88" h="294">
                        <a:moveTo>
                          <a:pt x="588" y="205"/>
                        </a:moveTo>
                        <a:cubicBezTo>
                          <a:pt x="588" y="0"/>
                          <a:pt x="588" y="0"/>
                          <a:pt x="588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5"/>
                          <a:pt x="0" y="205"/>
                          <a:pt x="0" y="205"/>
                        </a:cubicBezTo>
                        <a:cubicBezTo>
                          <a:pt x="0" y="252"/>
                          <a:pt x="38" y="294"/>
                          <a:pt x="89" y="294"/>
                        </a:cubicBezTo>
                        <a:cubicBezTo>
                          <a:pt x="503" y="294"/>
                          <a:pt x="503" y="294"/>
                          <a:pt x="503" y="294"/>
                        </a:cubicBezTo>
                        <a:cubicBezTo>
                          <a:pt x="550" y="290"/>
                          <a:pt x="588" y="252"/>
                          <a:pt x="588" y="20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240">
                      <a:defRPr/>
                    </a:pPr>
                    <a:endParaRPr lang="en-IN">
                      <a:solidFill>
                        <a:prstClr val="black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46" name="Freeform 16">
                    <a:extLst>
                      <a:ext uri="{FF2B5EF4-FFF2-40B4-BE49-F238E27FC236}">
                        <a16:creationId xmlns:a16="http://schemas.microsoft.com/office/drawing/2014/main" id="{5AB05B5E-AA2A-97CA-7E39-E35479F661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584814"/>
                    <a:ext cx="902665" cy="145037"/>
                  </a:xfrm>
                  <a:custGeom>
                    <a:avLst/>
                    <a:gdLst>
                      <a:gd name="T0" fmla="*/ 682 w 742"/>
                      <a:gd name="T1" fmla="*/ 0 h 119"/>
                      <a:gd name="T2" fmla="*/ 60 w 742"/>
                      <a:gd name="T3" fmla="*/ 0 h 119"/>
                      <a:gd name="T4" fmla="*/ 0 w 742"/>
                      <a:gd name="T5" fmla="*/ 59 h 119"/>
                      <a:gd name="T6" fmla="*/ 0 w 742"/>
                      <a:gd name="T7" fmla="*/ 59 h 119"/>
                      <a:gd name="T8" fmla="*/ 60 w 742"/>
                      <a:gd name="T9" fmla="*/ 119 h 119"/>
                      <a:gd name="T10" fmla="*/ 682 w 742"/>
                      <a:gd name="T11" fmla="*/ 119 h 119"/>
                      <a:gd name="T12" fmla="*/ 742 w 742"/>
                      <a:gd name="T13" fmla="*/ 59 h 119"/>
                      <a:gd name="T14" fmla="*/ 742 w 742"/>
                      <a:gd name="T15" fmla="*/ 59 h 119"/>
                      <a:gd name="T16" fmla="*/ 682 w 742"/>
                      <a:gd name="T17" fmla="*/ 0 h 1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19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5"/>
                          <a:pt x="0" y="59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93"/>
                          <a:pt x="25" y="119"/>
                          <a:pt x="60" y="119"/>
                        </a:cubicBezTo>
                        <a:cubicBezTo>
                          <a:pt x="682" y="119"/>
                          <a:pt x="682" y="119"/>
                          <a:pt x="682" y="119"/>
                        </a:cubicBezTo>
                        <a:cubicBezTo>
                          <a:pt x="717" y="119"/>
                          <a:pt x="742" y="93"/>
                          <a:pt x="742" y="59"/>
                        </a:cubicBezTo>
                        <a:cubicBezTo>
                          <a:pt x="742" y="59"/>
                          <a:pt x="742" y="59"/>
                          <a:pt x="742" y="59"/>
                        </a:cubicBezTo>
                        <a:cubicBezTo>
                          <a:pt x="742" y="25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240">
                      <a:defRPr/>
                    </a:pPr>
                    <a:endParaRPr lang="en-IN">
                      <a:solidFill>
                        <a:prstClr val="black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48" name="Freeform 17">
                    <a:extLst>
                      <a:ext uri="{FF2B5EF4-FFF2-40B4-BE49-F238E27FC236}">
                        <a16:creationId xmlns:a16="http://schemas.microsoft.com/office/drawing/2014/main" id="{255F8BA8-2754-C369-41A0-77E066FCEE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807458"/>
                    <a:ext cx="902665" cy="146309"/>
                  </a:xfrm>
                  <a:custGeom>
                    <a:avLst/>
                    <a:gdLst>
                      <a:gd name="T0" fmla="*/ 682 w 742"/>
                      <a:gd name="T1" fmla="*/ 0 h 120"/>
                      <a:gd name="T2" fmla="*/ 60 w 742"/>
                      <a:gd name="T3" fmla="*/ 0 h 120"/>
                      <a:gd name="T4" fmla="*/ 0 w 742"/>
                      <a:gd name="T5" fmla="*/ 60 h 120"/>
                      <a:gd name="T6" fmla="*/ 0 w 742"/>
                      <a:gd name="T7" fmla="*/ 60 h 120"/>
                      <a:gd name="T8" fmla="*/ 60 w 742"/>
                      <a:gd name="T9" fmla="*/ 120 h 120"/>
                      <a:gd name="T10" fmla="*/ 682 w 742"/>
                      <a:gd name="T11" fmla="*/ 120 h 120"/>
                      <a:gd name="T12" fmla="*/ 742 w 742"/>
                      <a:gd name="T13" fmla="*/ 60 h 120"/>
                      <a:gd name="T14" fmla="*/ 742 w 742"/>
                      <a:gd name="T15" fmla="*/ 60 h 120"/>
                      <a:gd name="T16" fmla="*/ 682 w 742"/>
                      <a:gd name="T17" fmla="*/ 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20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6"/>
                          <a:pt x="0" y="60"/>
                        </a:cubicBezTo>
                        <a:cubicBezTo>
                          <a:pt x="0" y="60"/>
                          <a:pt x="0" y="60"/>
                          <a:pt x="0" y="60"/>
                        </a:cubicBezTo>
                        <a:cubicBezTo>
                          <a:pt x="0" y="94"/>
                          <a:pt x="25" y="120"/>
                          <a:pt x="60" y="120"/>
                        </a:cubicBezTo>
                        <a:cubicBezTo>
                          <a:pt x="682" y="120"/>
                          <a:pt x="682" y="120"/>
                          <a:pt x="682" y="120"/>
                        </a:cubicBezTo>
                        <a:cubicBezTo>
                          <a:pt x="717" y="120"/>
                          <a:pt x="742" y="94"/>
                          <a:pt x="742" y="60"/>
                        </a:cubicBezTo>
                        <a:cubicBezTo>
                          <a:pt x="742" y="60"/>
                          <a:pt x="742" y="60"/>
                          <a:pt x="742" y="60"/>
                        </a:cubicBezTo>
                        <a:cubicBezTo>
                          <a:pt x="742" y="30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240">
                      <a:defRPr/>
                    </a:pPr>
                    <a:endParaRPr lang="en-IN">
                      <a:solidFill>
                        <a:prstClr val="black"/>
                      </a:solidFill>
                      <a:latin typeface="Segoe UI"/>
                    </a:endParaRPr>
                  </a:p>
                </p:txBody>
              </p:sp>
            </p:grpSp>
          </p:grp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7031053-1FD1-5032-0FCE-6E744F567765}"/>
                </a:ext>
              </a:extLst>
            </p:cNvPr>
            <p:cNvSpPr/>
            <p:nvPr/>
          </p:nvSpPr>
          <p:spPr>
            <a:xfrm>
              <a:off x="8087489" y="2490505"/>
              <a:ext cx="409286" cy="513546"/>
            </a:xfrm>
            <a:custGeom>
              <a:avLst/>
              <a:gdLst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779892"/>
                <a:gd name="connsiteY0" fmla="*/ 820556 h 820556"/>
                <a:gd name="connsiteX1" fmla="*/ 619432 w 779892"/>
                <a:gd name="connsiteY1" fmla="*/ 53640 h 820556"/>
                <a:gd name="connsiteX2" fmla="*/ 619432 w 779892"/>
                <a:gd name="connsiteY2" fmla="*/ 63472 h 820556"/>
                <a:gd name="connsiteX3" fmla="*/ 779892 w 779892"/>
                <a:gd name="connsiteY3" fmla="*/ 88690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0" fmla="*/ 0 w 850230"/>
                <a:gd name="connsiteY0" fmla="*/ 821083 h 821083"/>
                <a:gd name="connsiteX1" fmla="*/ 619432 w 850230"/>
                <a:gd name="connsiteY1" fmla="*/ 54167 h 821083"/>
                <a:gd name="connsiteX2" fmla="*/ 850230 w 850230"/>
                <a:gd name="connsiteY2" fmla="*/ 61801 h 821083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07" h="813076">
                  <a:moveTo>
                    <a:pt x="0" y="813076"/>
                  </a:moveTo>
                  <a:cubicBezTo>
                    <a:pt x="19429" y="200237"/>
                    <a:pt x="483292" y="7257"/>
                    <a:pt x="648007" y="0"/>
                  </a:cubicBezTo>
                </a:path>
              </a:pathLst>
            </a:custGeom>
            <a:noFill/>
            <a:ln w="127000" cap="rnd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0">
                <a:defRPr/>
              </a:pPr>
              <a:endParaRPr lang="en-US">
                <a:solidFill>
                  <a:prstClr val="white"/>
                </a:solidFill>
                <a:latin typeface="Segoe UI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303625-3F29-8675-9EE0-2068F9114B2D}"/>
                </a:ext>
              </a:extLst>
            </p:cNvPr>
            <p:cNvGrpSpPr/>
            <p:nvPr/>
          </p:nvGrpSpPr>
          <p:grpSpPr>
            <a:xfrm>
              <a:off x="7359602" y="1293223"/>
              <a:ext cx="2624313" cy="1130444"/>
              <a:chOff x="7490474" y="1627835"/>
              <a:chExt cx="2467443" cy="10628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E901907-51F9-A509-E70E-840F7D07A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2954" y="1627835"/>
                <a:ext cx="0" cy="499690"/>
              </a:xfrm>
              <a:prstGeom prst="line">
                <a:avLst/>
              </a:prstGeom>
              <a:ln w="38100" cap="rnd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D027D5A-DF55-5533-97C9-0F80F1A88107}"/>
                  </a:ext>
                </a:extLst>
              </p:cNvPr>
              <p:cNvGrpSpPr/>
              <p:nvPr/>
            </p:nvGrpSpPr>
            <p:grpSpPr>
              <a:xfrm>
                <a:off x="7490474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C05F4EA5-AE4A-12A4-3A87-C0BC06D10F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DB63922-553C-FF45-38ED-1EA72165048D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AB56E54-3963-98A6-8DE8-92D5F0750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EE6D612-4AE6-EA0E-6E5B-3757D7E96E8D}"/>
                  </a:ext>
                </a:extLst>
              </p:cNvPr>
              <p:cNvGrpSpPr/>
              <p:nvPr/>
            </p:nvGrpSpPr>
            <p:grpSpPr>
              <a:xfrm flipH="1">
                <a:off x="9108259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158A8F2-A152-4AFE-54E9-87C8D57D0B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67FE639-A3EF-BEB2-48A1-997765075635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6346901-5B29-2A29-98D2-24C7B63960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BF4F4A-5C36-8004-2557-89F303C33014}"/>
              </a:ext>
            </a:extLst>
          </p:cNvPr>
          <p:cNvGrpSpPr/>
          <p:nvPr/>
        </p:nvGrpSpPr>
        <p:grpSpPr>
          <a:xfrm>
            <a:off x="825527" y="735748"/>
            <a:ext cx="1996860" cy="992206"/>
            <a:chOff x="1200715" y="1224328"/>
            <a:chExt cx="2662480" cy="1322941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D155B03-921E-6934-60F2-14B823FECE19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D90D3531-55D4-2034-0DAB-A179BDE7093A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1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9C067D9-7F01-B8F3-F056-9D34EDF44AF3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269BCD2-35D6-D61E-1DBD-F243D706DCD5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/>
                </a:rPr>
                <a:t>Logical structuring of ideas; ability to articulate the problem, approach, and outcome clearly</a:t>
              </a:r>
              <a:r>
                <a:rPr lang="en-US" sz="1050" dirty="0">
                  <a:solidFill>
                    <a:prstClr val="black"/>
                  </a:solidFill>
                  <a:latin typeface="Segoe UI"/>
                </a:rPr>
                <a:t>.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A38ECC-4C27-60E9-FCEF-D77EEA61D11C}"/>
                </a:ext>
              </a:extLst>
            </p:cNvPr>
            <p:cNvSpPr txBox="1"/>
            <p:nvPr/>
          </p:nvSpPr>
          <p:spPr>
            <a:xfrm>
              <a:off x="1388803" y="1407695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  <a:cs typeface="Segoe UI Light" panose="020B0502040204020203" pitchFamily="34" charset="0"/>
                </a:rPr>
                <a:t>Clarity of Thought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FC5425-49BB-FE1B-3207-DC384DA2A6F0}"/>
              </a:ext>
            </a:extLst>
          </p:cNvPr>
          <p:cNvGrpSpPr/>
          <p:nvPr/>
        </p:nvGrpSpPr>
        <p:grpSpPr>
          <a:xfrm>
            <a:off x="825527" y="3469423"/>
            <a:ext cx="1996860" cy="992206"/>
            <a:chOff x="1200715" y="1224328"/>
            <a:chExt cx="2662480" cy="132294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53156C2-991F-BF0B-633D-D122E23A407B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2968BE29-4378-6524-66ED-6DEDDD68AB58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4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34A53D6-041B-2A4D-BCD6-78737845DE7C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AB6485A-7650-9060-27B2-658011A2F8DF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Effective use of theoretical concepts, tools, and techniques to solve real-world problems.</a:t>
              </a:r>
            </a:p>
            <a:p>
              <a:pPr defTabSz="685800">
                <a:defRPr/>
              </a:pPr>
              <a:endParaRPr lang="en-US" sz="1050" dirty="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1B5516D-C76F-A95A-C09C-D9C260D4F90F}"/>
                </a:ext>
              </a:extLst>
            </p:cNvPr>
            <p:cNvSpPr txBox="1"/>
            <p:nvPr/>
          </p:nvSpPr>
          <p:spPr>
            <a:xfrm>
              <a:off x="1447119" y="1315020"/>
              <a:ext cx="2227990" cy="2646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</a:rPr>
                <a:t>Application of knowledge</a:t>
              </a:r>
              <a:endParaRPr lang="en-US" sz="105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D018EF6-DEDB-ADB2-9ED9-EA3ED74CB357}"/>
              </a:ext>
            </a:extLst>
          </p:cNvPr>
          <p:cNvGrpSpPr/>
          <p:nvPr/>
        </p:nvGrpSpPr>
        <p:grpSpPr>
          <a:xfrm>
            <a:off x="458272" y="2102586"/>
            <a:ext cx="1996860" cy="992206"/>
            <a:chOff x="1200715" y="1224328"/>
            <a:chExt cx="2662480" cy="1322941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0CD067F-156B-49C9-0EC0-7369DBF501EB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A6AA65D-0D79-8335-D867-34D4CCAE9E89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2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AE336EB-E7D8-6CED-13F5-DE1C39DF65DD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3EBCAB7-6103-7E0A-141C-0D9BDB9B03A5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Demonstration of how quickly new concepts were grasped, adapted, and applied during the project.</a:t>
              </a:r>
            </a:p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Segoe UI"/>
                  <a:ea typeface="Open Sans" panose="020B0606030504020204" pitchFamily="34" charset="0"/>
                  <a:cs typeface="Open Sans" panose="020B0606030504020204" pitchFamily="34" charset="0"/>
                </a:rPr>
                <a:t>. 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CCF0A2-DC88-4E72-31B7-CBD8B49A498A}"/>
                </a:ext>
              </a:extLst>
            </p:cNvPr>
            <p:cNvSpPr txBox="1"/>
            <p:nvPr/>
          </p:nvSpPr>
          <p:spPr>
            <a:xfrm>
              <a:off x="1388802" y="1489561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</a:rPr>
                <a:t>Learning Agility</a:t>
              </a:r>
            </a:p>
            <a:p>
              <a:pPr algn="ctr" defTabSz="914240">
                <a:lnSpc>
                  <a:spcPct val="110000"/>
                </a:lnSpc>
                <a:defRPr/>
              </a:pPr>
              <a:endParaRPr lang="en-US" sz="120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652AC69-C824-D5AC-4C51-2B5C39B196A1}"/>
              </a:ext>
            </a:extLst>
          </p:cNvPr>
          <p:cNvGrpSpPr/>
          <p:nvPr/>
        </p:nvGrpSpPr>
        <p:grpSpPr>
          <a:xfrm>
            <a:off x="6688869" y="2102586"/>
            <a:ext cx="1996860" cy="992206"/>
            <a:chOff x="1200715" y="1224328"/>
            <a:chExt cx="2662480" cy="1322941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CF5398C-74B6-1815-91D3-FD82F8D126E3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68B212E7-C5FC-9A87-A456-3D0077D37EC8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3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B5915E9-29AE-CB1A-7DAD-A99AE08520F6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D015CAA-8CED-6AA5-DBF8-87F773346E04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Depth, accuracy, and completeness of the solution</a:t>
              </a:r>
              <a:endParaRPr lang="en-US" sz="9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5780376-E06A-6BB8-E1CD-9A69D51788D8}"/>
                </a:ext>
              </a:extLst>
            </p:cNvPr>
            <p:cNvSpPr txBox="1"/>
            <p:nvPr/>
          </p:nvSpPr>
          <p:spPr>
            <a:xfrm>
              <a:off x="1388803" y="1407695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</a:rPr>
                <a:t>Quality of outcome</a:t>
              </a:r>
              <a:endParaRPr lang="en-US" sz="105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3B784E0-8D8B-6C4C-66ED-4A071ED30A68}"/>
              </a:ext>
            </a:extLst>
          </p:cNvPr>
          <p:cNvGrpSpPr/>
          <p:nvPr/>
        </p:nvGrpSpPr>
        <p:grpSpPr>
          <a:xfrm>
            <a:off x="6359552" y="735748"/>
            <a:ext cx="1996860" cy="992206"/>
            <a:chOff x="1200715" y="1224328"/>
            <a:chExt cx="2662480" cy="132294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EAE0849-E037-03E0-2781-A201ED71BDA2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DB3F7899-1EA9-481D-D9F1-42F76EA2897D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5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 dirty="0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75F5B4B-022B-643B-3299-DDE25CF0CC89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79F9B5C-C8CC-5C7C-5049-9EBC9E5B8001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Originality of the approach; presence of innovative thinking or unique perspectives.</a:t>
              </a:r>
            </a:p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Segoe UI"/>
                  <a:ea typeface="Open Sans" panose="020B0606030504020204" pitchFamily="34" charset="0"/>
                  <a:cs typeface="Open Sans" panose="020B0606030504020204" pitchFamily="34" charset="0"/>
                </a:rPr>
                <a:t>. 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05144F3-3BD5-01DD-77A9-DD35625D14AF}"/>
                </a:ext>
              </a:extLst>
            </p:cNvPr>
            <p:cNvSpPr txBox="1"/>
            <p:nvPr/>
          </p:nvSpPr>
          <p:spPr>
            <a:xfrm>
              <a:off x="1388803" y="1407695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</a:rPr>
                <a:t>Novelty</a:t>
              </a:r>
              <a:endParaRPr lang="en-US" sz="105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FC0E691-697C-9C87-B1AD-81BDEDA299ED}"/>
              </a:ext>
            </a:extLst>
          </p:cNvPr>
          <p:cNvGrpSpPr/>
          <p:nvPr/>
        </p:nvGrpSpPr>
        <p:grpSpPr>
          <a:xfrm>
            <a:off x="6359552" y="3456698"/>
            <a:ext cx="1996860" cy="992206"/>
            <a:chOff x="1200715" y="1224328"/>
            <a:chExt cx="2662480" cy="132294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9D71C30-39BD-8166-D15B-36CC8588672F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55218582-2285-DA27-9C2B-7DE22E6FD10C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6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E65248C-EC13-046A-4607-B5CD44659AA5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B50E7B8-D73F-D12A-9FDF-9A2FF7DE57EF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Clarity, confidence, storytelling, and effective use of visuals to communicate the solution.</a:t>
              </a:r>
            </a:p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Segoe UI"/>
                  <a:ea typeface="Open Sans" panose="020B0606030504020204" pitchFamily="34" charset="0"/>
                  <a:cs typeface="Open Sans" panose="020B0606030504020204" pitchFamily="34" charset="0"/>
                </a:rPr>
                <a:t>. 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B165FD4-C1C3-1188-200C-8E487300E4AA}"/>
                </a:ext>
              </a:extLst>
            </p:cNvPr>
            <p:cNvSpPr txBox="1"/>
            <p:nvPr/>
          </p:nvSpPr>
          <p:spPr>
            <a:xfrm>
              <a:off x="1388803" y="1407695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</a:rPr>
                <a:t>Presentation skills</a:t>
              </a:r>
              <a:endParaRPr lang="en-US" sz="105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endParaRPr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FC21D70-094A-0110-1E48-9987A0F82E6F}"/>
              </a:ext>
            </a:extLst>
          </p:cNvPr>
          <p:cNvCxnSpPr>
            <a:cxnSpLocks/>
          </p:cNvCxnSpPr>
          <p:nvPr/>
        </p:nvCxnSpPr>
        <p:spPr>
          <a:xfrm>
            <a:off x="2983632" y="1423979"/>
            <a:ext cx="294159" cy="177547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597FF95-9A55-B90F-0297-2BAEAEFFAED5}"/>
              </a:ext>
            </a:extLst>
          </p:cNvPr>
          <p:cNvCxnSpPr>
            <a:cxnSpLocks/>
          </p:cNvCxnSpPr>
          <p:nvPr/>
        </p:nvCxnSpPr>
        <p:spPr>
          <a:xfrm flipV="1">
            <a:off x="2983632" y="3614729"/>
            <a:ext cx="294159" cy="177547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78F03DD-0816-096B-3F75-AB6F072A1D16}"/>
              </a:ext>
            </a:extLst>
          </p:cNvPr>
          <p:cNvCxnSpPr>
            <a:cxnSpLocks/>
          </p:cNvCxnSpPr>
          <p:nvPr/>
        </p:nvCxnSpPr>
        <p:spPr>
          <a:xfrm flipH="1">
            <a:off x="5831607" y="1423979"/>
            <a:ext cx="294159" cy="177547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60418E6-F414-1D25-FB34-4117B340F1F0}"/>
              </a:ext>
            </a:extLst>
          </p:cNvPr>
          <p:cNvCxnSpPr>
            <a:cxnSpLocks/>
          </p:cNvCxnSpPr>
          <p:nvPr/>
        </p:nvCxnSpPr>
        <p:spPr>
          <a:xfrm flipH="1" flipV="1">
            <a:off x="5831607" y="3614729"/>
            <a:ext cx="294159" cy="177547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2083946-C016-C1C9-3148-DFBA4878A12F}"/>
              </a:ext>
            </a:extLst>
          </p:cNvPr>
          <p:cNvCxnSpPr>
            <a:cxnSpLocks/>
          </p:cNvCxnSpPr>
          <p:nvPr/>
        </p:nvCxnSpPr>
        <p:spPr>
          <a:xfrm flipH="1">
            <a:off x="6116242" y="2598687"/>
            <a:ext cx="300622" cy="0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8D448CD-C5CC-ED46-A611-BACAC0523A76}"/>
              </a:ext>
            </a:extLst>
          </p:cNvPr>
          <p:cNvCxnSpPr>
            <a:cxnSpLocks/>
          </p:cNvCxnSpPr>
          <p:nvPr/>
        </p:nvCxnSpPr>
        <p:spPr>
          <a:xfrm>
            <a:off x="2696767" y="2598687"/>
            <a:ext cx="300622" cy="0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D8C9FB3-BF27-8E10-9D10-E5FF2E338C23}"/>
              </a:ext>
            </a:extLst>
          </p:cNvPr>
          <p:cNvGrpSpPr/>
          <p:nvPr/>
        </p:nvGrpSpPr>
        <p:grpSpPr>
          <a:xfrm>
            <a:off x="3573570" y="3919149"/>
            <a:ext cx="1996860" cy="992206"/>
            <a:chOff x="1200715" y="1224328"/>
            <a:chExt cx="2662480" cy="1322941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8234322-5FBB-23F9-F9E3-DD0D5B3F3657}"/>
                </a:ext>
              </a:extLst>
            </p:cNvPr>
            <p:cNvGrpSpPr/>
            <p:nvPr/>
          </p:nvGrpSpPr>
          <p:grpSpPr>
            <a:xfrm>
              <a:off x="1200715" y="1224328"/>
              <a:ext cx="2662480" cy="1322941"/>
              <a:chOff x="1287212" y="1224328"/>
              <a:chExt cx="2662480" cy="1322941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6E2D5BBC-A4C9-0B75-EDFD-813DF20EDCAD}"/>
                  </a:ext>
                </a:extLst>
              </p:cNvPr>
              <p:cNvSpPr/>
              <p:nvPr/>
            </p:nvSpPr>
            <p:spPr>
              <a:xfrm>
                <a:off x="1287212" y="1224328"/>
                <a:ext cx="2662480" cy="1322941"/>
              </a:xfrm>
              <a:prstGeom prst="roundRect">
                <a:avLst>
                  <a:gd name="adj" fmla="val 9133"/>
                </a:avLst>
              </a:prstGeom>
              <a:solidFill>
                <a:schemeClr val="accent6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A492E5C-242B-A669-3615-8136D1F11767}"/>
                  </a:ext>
                </a:extLst>
              </p:cNvPr>
              <p:cNvSpPr/>
              <p:nvPr/>
            </p:nvSpPr>
            <p:spPr>
              <a:xfrm>
                <a:off x="1387280" y="1318866"/>
                <a:ext cx="2462344" cy="330265"/>
              </a:xfrm>
              <a:custGeom>
                <a:avLst/>
                <a:gdLst>
                  <a:gd name="csX0" fmla="*/ 96668 w 2462344"/>
                  <a:gd name="csY0" fmla="*/ 0 h 330265"/>
                  <a:gd name="csX1" fmla="*/ 2365676 w 2462344"/>
                  <a:gd name="csY1" fmla="*/ 0 h 330265"/>
                  <a:gd name="csX2" fmla="*/ 2462344 w 2462344"/>
                  <a:gd name="csY2" fmla="*/ 96668 h 330265"/>
                  <a:gd name="csX3" fmla="*/ 2462344 w 2462344"/>
                  <a:gd name="csY3" fmla="*/ 131837 h 330265"/>
                  <a:gd name="csX4" fmla="*/ 2462344 w 2462344"/>
                  <a:gd name="csY4" fmla="*/ 167006 h 330265"/>
                  <a:gd name="csX5" fmla="*/ 2462344 w 2462344"/>
                  <a:gd name="csY5" fmla="*/ 259927 h 330265"/>
                  <a:gd name="csX6" fmla="*/ 2462344 w 2462344"/>
                  <a:gd name="csY6" fmla="*/ 295096 h 330265"/>
                  <a:gd name="csX7" fmla="*/ 2462344 w 2462344"/>
                  <a:gd name="csY7" fmla="*/ 330265 h 330265"/>
                  <a:gd name="csX8" fmla="*/ 0 w 2462344"/>
                  <a:gd name="csY8" fmla="*/ 330265 h 330265"/>
                  <a:gd name="csX9" fmla="*/ 0 w 2462344"/>
                  <a:gd name="csY9" fmla="*/ 295096 h 330265"/>
                  <a:gd name="csX10" fmla="*/ 0 w 2462344"/>
                  <a:gd name="csY10" fmla="*/ 259927 h 330265"/>
                  <a:gd name="csX11" fmla="*/ 0 w 2462344"/>
                  <a:gd name="csY11" fmla="*/ 167006 h 330265"/>
                  <a:gd name="csX12" fmla="*/ 0 w 2462344"/>
                  <a:gd name="csY12" fmla="*/ 131837 h 330265"/>
                  <a:gd name="csX13" fmla="*/ 0 w 2462344"/>
                  <a:gd name="csY13" fmla="*/ 96668 h 330265"/>
                  <a:gd name="csX14" fmla="*/ 96668 w 2462344"/>
                  <a:gd name="csY14" fmla="*/ 0 h 330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240">
                  <a:defRPr/>
                </a:pPr>
                <a:endParaRPr lang="en-US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8A2EFD6-F677-4F34-0141-8637D336B05F}"/>
                </a:ext>
              </a:extLst>
            </p:cNvPr>
            <p:cNvSpPr txBox="1"/>
            <p:nvPr/>
          </p:nvSpPr>
          <p:spPr>
            <a:xfrm>
              <a:off x="1300783" y="1730997"/>
              <a:ext cx="2462344" cy="687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900" dirty="0">
                  <a:solidFill>
                    <a:prstClr val="black"/>
                  </a:solidFill>
                  <a:latin typeface="Segoe UI" panose="020B0502040204020203" pitchFamily="34" charset="0"/>
                </a:rPr>
                <a:t>Ability to respond thoughtfully, justify decisions, and handle questions with confidence and clarity</a:t>
              </a:r>
              <a:r>
                <a:rPr lang="en-US" sz="1050" dirty="0">
                  <a:solidFill>
                    <a:prstClr val="black"/>
                  </a:solidFill>
                  <a:latin typeface="Segoe UI" panose="020B0502040204020203" pitchFamily="34" charset="0"/>
                </a:rPr>
                <a:t>.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FADEEC-0165-5DDB-E0EA-4C812509267F}"/>
                </a:ext>
              </a:extLst>
            </p:cNvPr>
            <p:cNvSpPr txBox="1"/>
            <p:nvPr/>
          </p:nvSpPr>
          <p:spPr>
            <a:xfrm>
              <a:off x="1388803" y="1407695"/>
              <a:ext cx="2286305" cy="17199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240">
                <a:lnSpc>
                  <a:spcPct val="110000"/>
                </a:lnSpc>
                <a:defRPr/>
              </a:pPr>
              <a:r>
                <a:rPr lang="en-US" sz="1050" b="1" dirty="0">
                  <a:solidFill>
                    <a:prstClr val="white"/>
                  </a:solidFill>
                  <a:latin typeface="Segoe UI"/>
                  <a:cs typeface="Segoe UI Light" panose="020B0502040204020203" pitchFamily="34" charset="0"/>
                </a:rPr>
                <a:t>Response to Q&amp;A</a:t>
              </a:r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D8E0DB1-BF5C-F874-F6C3-F9058FB7D99D}"/>
              </a:ext>
            </a:extLst>
          </p:cNvPr>
          <p:cNvCxnSpPr>
            <a:cxnSpLocks/>
          </p:cNvCxnSpPr>
          <p:nvPr/>
        </p:nvCxnSpPr>
        <p:spPr>
          <a:xfrm flipV="1">
            <a:off x="4585638" y="3788025"/>
            <a:ext cx="0" cy="203074"/>
          </a:xfrm>
          <a:prstGeom prst="straightConnector1">
            <a:avLst/>
          </a:prstGeom>
          <a:ln w="50800" cap="rnd">
            <a:solidFill>
              <a:schemeClr val="tx1">
                <a:lumMod val="85000"/>
                <a:lumOff val="15000"/>
              </a:schemeClr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72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2FB4F5-0C34-FCB9-A59A-D13F0E1A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582738"/>
            <a:ext cx="7233592" cy="554037"/>
          </a:xfrm>
        </p:spPr>
        <p:txBody>
          <a:bodyPr/>
          <a:lstStyle/>
          <a:p>
            <a:r>
              <a:rPr lang="en-US" dirty="0"/>
              <a:t>Format for project work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8288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2414-C642-AC26-44D4-00D43506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2698" y="529390"/>
            <a:ext cx="5258604" cy="789584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Biome" panose="020B0503030204020804" pitchFamily="34" charset="0"/>
              </a:rPr>
              <a:t>Project Title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04E89ED-A86E-BD5E-B213-ACBA0F4344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13" y="1699938"/>
            <a:ext cx="4043362" cy="1220847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of intern: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College: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Mentor: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 Area: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2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6E81B9-0521-79FA-50C3-5B3D5910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277" y="572361"/>
            <a:ext cx="4400764" cy="554107"/>
          </a:xfrm>
        </p:spPr>
        <p:txBody>
          <a:bodyPr/>
          <a:lstStyle/>
          <a:p>
            <a:r>
              <a:rPr lang="en-US" dirty="0"/>
              <a:t>Project Details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BD5CDA-1CB5-DEC8-2DD0-DD23FB81720E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68132" y="1643171"/>
            <a:ext cx="6167044" cy="165692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133" kern="1200" spc="3" dirty="0" smtClean="0">
                <a:solidFill>
                  <a:srgbClr val="4E84C4"/>
                </a:solidFill>
                <a:latin typeface="Calibri"/>
                <a:ea typeface="+mn-ea"/>
                <a:cs typeface="Calibri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 lang="en-US" sz="2200" dirty="0"/>
              <a:t>What was the project objective</a:t>
            </a:r>
          </a:p>
          <a:p>
            <a:pPr>
              <a:defRPr sz="2200"/>
            </a:pPr>
            <a:endParaRPr lang="en-US" sz="2200" dirty="0"/>
          </a:p>
          <a:p>
            <a:pPr>
              <a:defRPr sz="2200"/>
            </a:pPr>
            <a:r>
              <a:rPr lang="en-US" sz="2200" dirty="0"/>
              <a:t>High level Approach / Steps followed</a:t>
            </a:r>
          </a:p>
          <a:p>
            <a:pPr>
              <a:defRPr sz="2200"/>
            </a:pPr>
            <a:endParaRPr lang="en-US" sz="2200" dirty="0"/>
          </a:p>
        </p:txBody>
      </p:sp>
      <p:pic>
        <p:nvPicPr>
          <p:cNvPr id="3" name="Content Placeholder 7" descr="Photo of two young women talking in an office .">
            <a:extLst>
              <a:ext uri="{FF2B5EF4-FFF2-40B4-BE49-F238E27FC236}">
                <a16:creationId xmlns:a16="http://schemas.microsoft.com/office/drawing/2014/main" id="{9AE25505-3FF7-F6A1-6372-34956464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64" r="3863" b="-2"/>
          <a:stretch>
            <a:fillRect/>
          </a:stretch>
        </p:blipFill>
        <p:spPr>
          <a:xfrm>
            <a:off x="6483301" y="986141"/>
            <a:ext cx="1975109" cy="190320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293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6737D-82FF-013E-2056-607B603C7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13" y="1464415"/>
            <a:ext cx="7108943" cy="187692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the Proposed Solution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Tools/Technologies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Methodologies applied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3DA15-8069-5FD2-C77E-34A6AE3CB362}"/>
              </a:ext>
            </a:extLst>
          </p:cNvPr>
          <p:cNvSpPr txBox="1"/>
          <p:nvPr/>
        </p:nvSpPr>
        <p:spPr>
          <a:xfrm>
            <a:off x="2014429" y="426262"/>
            <a:ext cx="591953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3200" dirty="0">
                <a:latin typeface="+mj-lt"/>
              </a:rPr>
              <a:t>Implementation Framework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47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174C-A91F-CB91-CCFE-6B1A5ED1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785" y="620486"/>
            <a:ext cx="5266122" cy="554107"/>
          </a:xfrm>
        </p:spPr>
        <p:txBody>
          <a:bodyPr/>
          <a:lstStyle/>
          <a:p>
            <a:r>
              <a:rPr lang="en-US" dirty="0"/>
              <a:t>Outcome &amp; Learnings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B7670-A7D8-46CE-4DB9-5ADEAF6BFC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1254" y="1471290"/>
            <a:ext cx="6270171" cy="1371529"/>
          </a:xfrm>
        </p:spPr>
        <p:txBody>
          <a:bodyPr/>
          <a:lstStyle/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/>
            </a:pPr>
            <a:r>
              <a:rPr kumimoji="0" lang="en-US" sz="2200" b="0" i="0" u="none" strike="noStrike" kern="1200" cap="none" spc="3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Impact/Results achieved (use numbers if possible)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/>
            </a:pPr>
            <a:r>
              <a:rPr kumimoji="0" lang="en-US" sz="2200" b="0" i="0" u="none" strike="noStrike" kern="1200" cap="none" spc="3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 learnings and skills gained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/>
            </a:pPr>
            <a:r>
              <a:rPr kumimoji="0" lang="en-US" sz="2200" b="0" i="0" u="none" strike="noStrike" kern="1200" cap="none" spc="3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Future scope for improvements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2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2AF6-30BC-5036-0CE6-F914CC2A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03" y="1046748"/>
            <a:ext cx="8820866" cy="55410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memorable day/moment  of the internship</a:t>
            </a:r>
          </a:p>
        </p:txBody>
      </p:sp>
    </p:spTree>
    <p:extLst>
      <p:ext uri="{BB962C8B-B14F-4D97-AF65-F5344CB8AC3E}">
        <p14:creationId xmlns:p14="http://schemas.microsoft.com/office/powerpoint/2010/main" val="146385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03C2-2D65-7E86-E2C2-4B3D159C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1616001"/>
            <a:ext cx="8346478" cy="1120178"/>
          </a:xfrm>
        </p:spPr>
        <p:txBody>
          <a:bodyPr/>
          <a:lstStyle/>
          <a:p>
            <a:r>
              <a:rPr lang="en-US" sz="2800" dirty="0"/>
              <a:t>Frame Choices - </a:t>
            </a:r>
            <a:r>
              <a:rPr lang="en-US" sz="2800" spc="-7" dirty="0">
                <a:cs typeface="Calibri"/>
              </a:rPr>
              <a:t>Photo with the mentor</a:t>
            </a:r>
            <a:br>
              <a:rPr lang="en-US" sz="1600" kern="1200" spc="0" dirty="0">
                <a:latin typeface="Calibri Light"/>
              </a:rPr>
            </a:b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24659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10053C-41E8-AAA0-E52C-E1E0C8A95F53}"/>
              </a:ext>
            </a:extLst>
          </p:cNvPr>
          <p:cNvSpPr txBox="1"/>
          <p:nvPr/>
        </p:nvSpPr>
        <p:spPr>
          <a:xfrm>
            <a:off x="1801299" y="133871"/>
            <a:ext cx="577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-7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Photo with the mentor –Choice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59E62B3-E70B-39A3-EED6-9408E833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1381472"/>
            <a:ext cx="5094288" cy="627864"/>
          </a:xfrm>
        </p:spPr>
        <p:txBody>
          <a:bodyPr/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Kindly ensure that photo is taken in outdoor setting and not inside TCS office </a:t>
            </a:r>
            <a:b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9ABB8-6249-B635-DD3D-B14CDF000CAB}"/>
              </a:ext>
            </a:extLst>
          </p:cNvPr>
          <p:cNvSpPr txBox="1"/>
          <p:nvPr/>
        </p:nvSpPr>
        <p:spPr>
          <a:xfrm>
            <a:off x="333444" y="43434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Intern name&gt;   with  &lt;Mentor name&gt;</a:t>
            </a:r>
          </a:p>
          <a:p>
            <a:r>
              <a:rPr lang="en-US" sz="1200" b="1" dirty="0">
                <a:solidFill>
                  <a:schemeClr val="bg2"/>
                </a:solidFill>
              </a:rPr>
              <a:t>	Creative Caption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67538B8-DAA8-81AF-FAA9-12DFF24DA2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77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4ADF28BA-D41D-30CC-67B2-B006A5CF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726" y="1787107"/>
            <a:ext cx="5171061" cy="627864"/>
          </a:xfrm>
        </p:spPr>
        <p:txBody>
          <a:bodyPr/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Kindly ensure that photo is taken in outdoor setting and not inside TCS office </a:t>
            </a:r>
            <a:b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45E01-47D1-E234-6476-8D4BB0AAF3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C1FB8-09B1-C3A0-A032-D469A6DCA9F7}"/>
              </a:ext>
            </a:extLst>
          </p:cNvPr>
          <p:cNvSpPr txBox="1"/>
          <p:nvPr/>
        </p:nvSpPr>
        <p:spPr>
          <a:xfrm>
            <a:off x="1209533" y="251392"/>
            <a:ext cx="5466273" cy="323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0" lang="en-US" sz="3200" b="0" i="0" u="none" strike="noStrike" kern="0" cap="none" spc="-7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Calibri"/>
              </a:rPr>
              <a:t>Photo with the mentor </a:t>
            </a:r>
            <a:r>
              <a:rPr lang="en-US" sz="3200" kern="0" spc="-7" dirty="0">
                <a:latin typeface="Calibri"/>
                <a:cs typeface="Calibri"/>
              </a:rPr>
              <a:t>Choice 2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B7227-7951-68CB-A8E8-6A8AD0B4ADD1}"/>
              </a:ext>
            </a:extLst>
          </p:cNvPr>
          <p:cNvSpPr txBox="1"/>
          <p:nvPr/>
        </p:nvSpPr>
        <p:spPr>
          <a:xfrm>
            <a:off x="1533167" y="4516999"/>
            <a:ext cx="2543819" cy="4924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&lt;Intern name&gt;   with  &lt;Mentor name&gt;</a:t>
            </a:r>
          </a:p>
          <a:p>
            <a:r>
              <a:rPr lang="en-US" sz="1200" b="1" dirty="0"/>
              <a:t>	</a:t>
            </a:r>
            <a:r>
              <a:rPr lang="en-US" sz="1200" b="1" dirty="0">
                <a:highlight>
                  <a:srgbClr val="FFFF00"/>
                </a:highlight>
              </a:rPr>
              <a:t>Creative Caption</a:t>
            </a:r>
            <a:r>
              <a:rPr lang="en-US" sz="1400" b="1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948063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ABFE-DB85-70D4-BC6D-C31DDB3C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3C728-5CEE-BF12-215D-FBD40BC789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120" y="1428750"/>
            <a:ext cx="3989069" cy="646331"/>
          </a:xfrm>
        </p:spPr>
        <p:txBody>
          <a:bodyPr/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Kindly ensure that photo is taken in outdoor setting and not inside TCS office 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F1C52D-88C8-2832-4B5B-EF54B0043A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12BA4-BCA6-79F7-ED3E-63A462C64899}"/>
              </a:ext>
            </a:extLst>
          </p:cNvPr>
          <p:cNvSpPr txBox="1"/>
          <p:nvPr/>
        </p:nvSpPr>
        <p:spPr>
          <a:xfrm>
            <a:off x="3355092" y="4702630"/>
            <a:ext cx="2798200" cy="4308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&lt;Intern name&gt;   with  &lt;Mentor name&gt;</a:t>
            </a:r>
          </a:p>
          <a:p>
            <a:r>
              <a:rPr lang="en-US" sz="1100" b="1" dirty="0"/>
              <a:t>	</a:t>
            </a:r>
            <a:r>
              <a:rPr lang="en-US" sz="1100" b="1" dirty="0">
                <a:highlight>
                  <a:srgbClr val="FFFF00"/>
                </a:highlight>
              </a:rPr>
              <a:t>Creative Caption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472F1-3B6F-6964-B2DE-933B8F9EB384}"/>
              </a:ext>
            </a:extLst>
          </p:cNvPr>
          <p:cNvSpPr txBox="1"/>
          <p:nvPr/>
        </p:nvSpPr>
        <p:spPr>
          <a:xfrm>
            <a:off x="1794424" y="211352"/>
            <a:ext cx="6366424" cy="5500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3200" kern="0" spc="-7" dirty="0">
                <a:latin typeface="Calibri"/>
                <a:cs typeface="Calibri"/>
              </a:rPr>
              <a:t>Photo with the mentor Choice 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082124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E356-63C9-6584-49B3-18956A40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183" y="111728"/>
            <a:ext cx="4743880" cy="554107"/>
          </a:xfrm>
        </p:spPr>
        <p:txBody>
          <a:bodyPr/>
          <a:lstStyle/>
          <a:p>
            <a:r>
              <a:rPr lang="en-US" sz="2800" dirty="0"/>
              <a:t>HR Mapping Location Wise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A0BBE-0BA0-0EB0-5E5A-29A179659C95}"/>
              </a:ext>
            </a:extLst>
          </p:cNvPr>
          <p:cNvSpPr txBox="1"/>
          <p:nvPr/>
        </p:nvSpPr>
        <p:spPr>
          <a:xfrm>
            <a:off x="220008" y="3258839"/>
            <a:ext cx="5046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Overall event coordination - Nidhi</a:t>
            </a:r>
          </a:p>
          <a:p>
            <a:r>
              <a:rPr lang="en-US" sz="1400">
                <a:latin typeface="+mj-lt"/>
              </a:rPr>
              <a:t>Talent/culture </a:t>
            </a:r>
            <a:r>
              <a:rPr lang="en-US" sz="1400" dirty="0">
                <a:latin typeface="+mj-lt"/>
              </a:rPr>
              <a:t>showcase coordination– Rachna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C727CD-CE5B-2E3C-B525-3D294C543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689794"/>
              </p:ext>
            </p:extLst>
          </p:nvPr>
        </p:nvGraphicFramePr>
        <p:xfrm>
          <a:off x="268133" y="933964"/>
          <a:ext cx="3850106" cy="2262998"/>
        </p:xfrm>
        <a:graphic>
          <a:graphicData uri="http://schemas.openxmlformats.org/drawingml/2006/table">
            <a:tbl>
              <a:tblPr/>
              <a:tblGrid>
                <a:gridCol w="641683">
                  <a:extLst>
                    <a:ext uri="{9D8B030D-6E8A-4147-A177-3AD203B41FA5}">
                      <a16:colId xmlns:a16="http://schemas.microsoft.com/office/drawing/2014/main" val="2470062399"/>
                    </a:ext>
                  </a:extLst>
                </a:gridCol>
                <a:gridCol w="863982">
                  <a:extLst>
                    <a:ext uri="{9D8B030D-6E8A-4147-A177-3AD203B41FA5}">
                      <a16:colId xmlns:a16="http://schemas.microsoft.com/office/drawing/2014/main" val="2445483367"/>
                    </a:ext>
                  </a:extLst>
                </a:gridCol>
                <a:gridCol w="1003778">
                  <a:extLst>
                    <a:ext uri="{9D8B030D-6E8A-4147-A177-3AD203B41FA5}">
                      <a16:colId xmlns:a16="http://schemas.microsoft.com/office/drawing/2014/main" val="1992377435"/>
                    </a:ext>
                  </a:extLst>
                </a:gridCol>
                <a:gridCol w="1340663">
                  <a:extLst>
                    <a:ext uri="{9D8B030D-6E8A-4147-A177-3AD203B41FA5}">
                      <a16:colId xmlns:a16="http://schemas.microsoft.com/office/drawing/2014/main" val="1607232764"/>
                    </a:ext>
                  </a:extLst>
                </a:gridCol>
              </a:tblGrid>
              <a:tr h="185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 SPOC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 of the Event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35607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Chennai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Dharani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446371"/>
                  </a:ext>
                </a:extLst>
              </a:tr>
              <a:tr h="345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Bangalore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Lokeshwaran 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18097"/>
                  </a:ext>
                </a:extLst>
              </a:tr>
              <a:tr h="345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Sravani Sree Gopi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20149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Kolkata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Suvodip Sarkar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105043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Venkat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014303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Delhi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Rini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741599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Aarti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person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672245"/>
                  </a:ext>
                </a:extLst>
              </a:tr>
              <a:tr h="5176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753" marR="3753" marT="159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Kochin &amp; Bhuvneshwar 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Lokeshwaran and Suvodip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Kochin- with Chennai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Bhuvneshwar- Kolkata </a:t>
                      </a:r>
                    </a:p>
                  </a:txBody>
                  <a:tcPr marL="3753" marR="3753" marT="15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1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6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D3C7-AD14-70C4-0F37-B64251AD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460024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9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D96C1006-7CC9-49CD-B790-A73E4DB067D6}"/>
    </a:ext>
  </a:extLst>
</a:theme>
</file>

<file path=ppt/theme/theme2.xml><?xml version="1.0" encoding="utf-8"?>
<a:theme xmlns:a="http://schemas.openxmlformats.org/drawingml/2006/main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9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24E31B8B-E904-4755-8363-F13A11812D54}"/>
    </a:ext>
  </a:extLst>
</a:theme>
</file>

<file path=ppt/theme/theme3.xml><?xml version="1.0" encoding="utf-8"?>
<a:theme xmlns:a="http://schemas.openxmlformats.org/drawingml/2006/main" name="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0A68DC9D-FC78-47F8-B5EF-E4AE038BA57E}"/>
    </a:ext>
  </a:extLst>
</a:theme>
</file>

<file path=ppt/theme/theme4.xml><?xml version="1.0" encoding="utf-8"?>
<a:theme xmlns:a="http://schemas.openxmlformats.org/drawingml/2006/main" name="1_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3D277DD4-E10A-41A7-AB84-A555E1FC3130}"/>
    </a:ext>
  </a:extLst>
</a:theme>
</file>

<file path=ppt/theme/theme5.xml><?xml version="1.0" encoding="utf-8"?>
<a:theme xmlns:a="http://schemas.openxmlformats.org/drawingml/2006/main" name="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B25A0875-896C-4BC3-ACB9-E50F4301D253}"/>
    </a:ext>
  </a:extLst>
</a:theme>
</file>

<file path=ppt/theme/theme6.xml><?xml version="1.0" encoding="utf-8"?>
<a:theme xmlns:a="http://schemas.openxmlformats.org/drawingml/2006/main" name="1_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4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52C97E72-6469-426F-84C4-2B2772D68DA0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429409C18204B8E50994481C8BE12" ma:contentTypeVersion="6" ma:contentTypeDescription="Create a new document." ma:contentTypeScope="" ma:versionID="e621c65745e5ed516f140f6c14fc97ac">
  <xsd:schema xmlns:xsd="http://www.w3.org/2001/XMLSchema" xmlns:xs="http://www.w3.org/2001/XMLSchema" xmlns:p="http://schemas.microsoft.com/office/2006/metadata/properties" xmlns:ns2="ed5f3adb-d74a-4f34-826c-cfa79a1b5e9d" xmlns:ns3="1771064e-c6ae-44b4-88a5-a935e9ecfce2" targetNamespace="http://schemas.microsoft.com/office/2006/metadata/properties" ma:root="true" ma:fieldsID="c2e0bcf01154a3c8d49cab81914f6a9c" ns2:_="" ns3:_="">
    <xsd:import namespace="ed5f3adb-d74a-4f34-826c-cfa79a1b5e9d"/>
    <xsd:import namespace="1771064e-c6ae-44b4-88a5-a935e9ecfc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f3adb-d74a-4f34-826c-cfa79a1b5e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1064e-c6ae-44b4-88a5-a935e9ecfc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EA660A-B007-4C79-8022-F381E11CD8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f3adb-d74a-4f34-826c-cfa79a1b5e9d"/>
    <ds:schemaRef ds:uri="1771064e-c6ae-44b4-88a5-a935e9ecfc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F81699-3D8B-4E66-BC1A-57B5B30D6C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BCEBEC-15B5-49BC-864B-4924BAAB34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1. TCS PowerPoint Template</Template>
  <TotalTime>169</TotalTime>
  <Words>510</Words>
  <Application>Microsoft Office PowerPoint</Application>
  <PresentationFormat>On-screen Show (16:9)</PresentationFormat>
  <Paragraphs>105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Courier New</vt:lpstr>
      <vt:lpstr>Segoe UI</vt:lpstr>
      <vt:lpstr>Symbol</vt:lpstr>
      <vt:lpstr>Content Slide_White</vt:lpstr>
      <vt:lpstr>1_Content Slide_White</vt:lpstr>
      <vt:lpstr>Title Slide</vt:lpstr>
      <vt:lpstr>1_Title Slide</vt:lpstr>
      <vt:lpstr>Image Holder Slide</vt:lpstr>
      <vt:lpstr>1_Image Holder Slide</vt:lpstr>
      <vt:lpstr>R&amp;I Interns Day – Evaluation Metrics</vt:lpstr>
      <vt:lpstr>R&amp;I Interns Day – Evaluation Metrics</vt:lpstr>
      <vt:lpstr>Format for project work presentation</vt:lpstr>
      <vt:lpstr>Project Title</vt:lpstr>
      <vt:lpstr>Project Details </vt:lpstr>
      <vt:lpstr>PowerPoint Presentation</vt:lpstr>
      <vt:lpstr>Outcome &amp; Learnings</vt:lpstr>
      <vt:lpstr>Most memorable day/moment  of the internship</vt:lpstr>
      <vt:lpstr>Frame Choices - Photo with the mentor  </vt:lpstr>
      <vt:lpstr>Kindly ensure that photo is taken in outdoor setting and not inside TCS office  </vt:lpstr>
      <vt:lpstr>Kindly ensure that photo is taken in outdoor setting and not inside TCS office  </vt:lpstr>
      <vt:lpstr>PowerPoint Presentation</vt:lpstr>
      <vt:lpstr>HR Mapping Location Wise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Lamba</dc:creator>
  <cp:lastModifiedBy>Nidhi Lamba</cp:lastModifiedBy>
  <cp:revision>5</cp:revision>
  <dcterms:created xsi:type="dcterms:W3CDTF">2026-06-30T08:19:45Z</dcterms:created>
  <dcterms:modified xsi:type="dcterms:W3CDTF">2026-07-02T13:19:33Z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0x01010081F429409C18204B8E50994481C8BE12</vt:lpwstr>
  </property>
</Properties>
</file>